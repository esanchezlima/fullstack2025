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2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k Arostegui Cunza" userId="d89b6af450cec8f7" providerId="LiveId" clId="{6720101C-35A1-4E5A-B84B-5931C241A4AD}"/>
    <pc:docChg chg="undo custSel addSld delSld modSld">
      <pc:chgData name="Erick Arostegui Cunza" userId="d89b6af450cec8f7" providerId="LiveId" clId="{6720101C-35A1-4E5A-B84B-5931C241A4AD}" dt="2024-04-21T14:11:05.998" v="14" actId="478"/>
      <pc:docMkLst>
        <pc:docMk/>
      </pc:docMkLst>
      <pc:sldChg chg="delSp modSp add del mod">
        <pc:chgData name="Erick Arostegui Cunza" userId="d89b6af450cec8f7" providerId="LiveId" clId="{6720101C-35A1-4E5A-B84B-5931C241A4AD}" dt="2024-04-21T14:11:05.998" v="14" actId="478"/>
        <pc:sldMkLst>
          <pc:docMk/>
          <pc:sldMk cId="3373673101" sldId="256"/>
        </pc:sldMkLst>
        <pc:spChg chg="del">
          <ac:chgData name="Erick Arostegui Cunza" userId="d89b6af450cec8f7" providerId="LiveId" clId="{6720101C-35A1-4E5A-B84B-5931C241A4AD}" dt="2024-04-21T14:11:05.998" v="14" actId="478"/>
          <ac:spMkLst>
            <pc:docMk/>
            <pc:sldMk cId="3373673101" sldId="256"/>
            <ac:spMk id="4" creationId="{C7FFE6BF-CFEF-9A1D-E41A-515D05A2DB50}"/>
          </ac:spMkLst>
        </pc:spChg>
        <pc:spChg chg="del">
          <ac:chgData name="Erick Arostegui Cunza" userId="d89b6af450cec8f7" providerId="LiveId" clId="{6720101C-35A1-4E5A-B84B-5931C241A4AD}" dt="2024-04-21T14:11:05.998" v="14" actId="478"/>
          <ac:spMkLst>
            <pc:docMk/>
            <pc:sldMk cId="3373673101" sldId="256"/>
            <ac:spMk id="7" creationId="{9FE899F7-159E-21E6-8E52-DC03040B5C93}"/>
          </ac:spMkLst>
        </pc:spChg>
        <pc:spChg chg="del">
          <ac:chgData name="Erick Arostegui Cunza" userId="d89b6af450cec8f7" providerId="LiveId" clId="{6720101C-35A1-4E5A-B84B-5931C241A4AD}" dt="2024-04-21T14:11:05.998" v="14" actId="478"/>
          <ac:spMkLst>
            <pc:docMk/>
            <pc:sldMk cId="3373673101" sldId="256"/>
            <ac:spMk id="8" creationId="{89462535-17C0-7091-241F-5BC1FE558070}"/>
          </ac:spMkLst>
        </pc:spChg>
        <pc:spChg chg="del">
          <ac:chgData name="Erick Arostegui Cunza" userId="d89b6af450cec8f7" providerId="LiveId" clId="{6720101C-35A1-4E5A-B84B-5931C241A4AD}" dt="2024-04-21T14:11:05.998" v="14" actId="478"/>
          <ac:spMkLst>
            <pc:docMk/>
            <pc:sldMk cId="3373673101" sldId="256"/>
            <ac:spMk id="9" creationId="{0D5E6A76-401F-16EA-0744-0CB283B377BB}"/>
          </ac:spMkLst>
        </pc:spChg>
        <pc:spChg chg="del">
          <ac:chgData name="Erick Arostegui Cunza" userId="d89b6af450cec8f7" providerId="LiveId" clId="{6720101C-35A1-4E5A-B84B-5931C241A4AD}" dt="2024-04-21T14:11:05.998" v="14" actId="478"/>
          <ac:spMkLst>
            <pc:docMk/>
            <pc:sldMk cId="3373673101" sldId="256"/>
            <ac:spMk id="17" creationId="{D413EBE2-73B9-9EE6-4684-18B4129B6717}"/>
          </ac:spMkLst>
        </pc:spChg>
        <pc:spChg chg="del">
          <ac:chgData name="Erick Arostegui Cunza" userId="d89b6af450cec8f7" providerId="LiveId" clId="{6720101C-35A1-4E5A-B84B-5931C241A4AD}" dt="2024-04-21T14:11:05.998" v="14" actId="478"/>
          <ac:spMkLst>
            <pc:docMk/>
            <pc:sldMk cId="3373673101" sldId="256"/>
            <ac:spMk id="18" creationId="{18854175-9829-38B2-B17F-AB31B4E246FC}"/>
          </ac:spMkLst>
        </pc:spChg>
        <pc:spChg chg="del">
          <ac:chgData name="Erick Arostegui Cunza" userId="d89b6af450cec8f7" providerId="LiveId" clId="{6720101C-35A1-4E5A-B84B-5931C241A4AD}" dt="2024-04-21T14:11:05.998" v="14" actId="478"/>
          <ac:spMkLst>
            <pc:docMk/>
            <pc:sldMk cId="3373673101" sldId="256"/>
            <ac:spMk id="19" creationId="{ED5A2A49-0695-C8F9-A1D8-8BC94D2C363C}"/>
          </ac:spMkLst>
        </pc:spChg>
        <pc:spChg chg="del">
          <ac:chgData name="Erick Arostegui Cunza" userId="d89b6af450cec8f7" providerId="LiveId" clId="{6720101C-35A1-4E5A-B84B-5931C241A4AD}" dt="2024-04-21T14:11:05.998" v="14" actId="478"/>
          <ac:spMkLst>
            <pc:docMk/>
            <pc:sldMk cId="3373673101" sldId="256"/>
            <ac:spMk id="22" creationId="{33A10944-58EE-AC3A-B9DD-01DCDE453029}"/>
          </ac:spMkLst>
        </pc:spChg>
        <pc:spChg chg="del">
          <ac:chgData name="Erick Arostegui Cunza" userId="d89b6af450cec8f7" providerId="LiveId" clId="{6720101C-35A1-4E5A-B84B-5931C241A4AD}" dt="2024-04-21T14:11:05.998" v="14" actId="478"/>
          <ac:spMkLst>
            <pc:docMk/>
            <pc:sldMk cId="3373673101" sldId="256"/>
            <ac:spMk id="23" creationId="{7AD7900E-00B4-0EFD-2348-BCCD15C454A0}"/>
          </ac:spMkLst>
        </pc:spChg>
        <pc:spChg chg="del">
          <ac:chgData name="Erick Arostegui Cunza" userId="d89b6af450cec8f7" providerId="LiveId" clId="{6720101C-35A1-4E5A-B84B-5931C241A4AD}" dt="2024-04-21T14:11:05.998" v="14" actId="478"/>
          <ac:spMkLst>
            <pc:docMk/>
            <pc:sldMk cId="3373673101" sldId="256"/>
            <ac:spMk id="24" creationId="{D0F7467C-7A40-A9B7-B0F8-0271DD82FA02}"/>
          </ac:spMkLst>
        </pc:spChg>
        <pc:spChg chg="del">
          <ac:chgData name="Erick Arostegui Cunza" userId="d89b6af450cec8f7" providerId="LiveId" clId="{6720101C-35A1-4E5A-B84B-5931C241A4AD}" dt="2024-04-21T14:11:05.998" v="14" actId="478"/>
          <ac:spMkLst>
            <pc:docMk/>
            <pc:sldMk cId="3373673101" sldId="256"/>
            <ac:spMk id="25" creationId="{C4403A41-6A72-A3B4-5B66-D39A6C36D2FD}"/>
          </ac:spMkLst>
        </pc:spChg>
        <pc:spChg chg="del">
          <ac:chgData name="Erick Arostegui Cunza" userId="d89b6af450cec8f7" providerId="LiveId" clId="{6720101C-35A1-4E5A-B84B-5931C241A4AD}" dt="2024-04-21T14:11:05.998" v="14" actId="478"/>
          <ac:spMkLst>
            <pc:docMk/>
            <pc:sldMk cId="3373673101" sldId="256"/>
            <ac:spMk id="26" creationId="{9C886BF0-F7B6-A8BF-C58D-3B95E5D5144E}"/>
          </ac:spMkLst>
        </pc:spChg>
        <pc:spChg chg="del">
          <ac:chgData name="Erick Arostegui Cunza" userId="d89b6af450cec8f7" providerId="LiveId" clId="{6720101C-35A1-4E5A-B84B-5931C241A4AD}" dt="2024-04-21T14:11:05.998" v="14" actId="478"/>
          <ac:spMkLst>
            <pc:docMk/>
            <pc:sldMk cId="3373673101" sldId="256"/>
            <ac:spMk id="27" creationId="{7FE787D1-C8FA-DEAA-4AC6-577BB54DFA09}"/>
          </ac:spMkLst>
        </pc:spChg>
        <pc:spChg chg="del">
          <ac:chgData name="Erick Arostegui Cunza" userId="d89b6af450cec8f7" providerId="LiveId" clId="{6720101C-35A1-4E5A-B84B-5931C241A4AD}" dt="2024-04-21T14:11:05.998" v="14" actId="478"/>
          <ac:spMkLst>
            <pc:docMk/>
            <pc:sldMk cId="3373673101" sldId="256"/>
            <ac:spMk id="28" creationId="{D40686CD-3F74-7EC0-D977-59D8252B2A7B}"/>
          </ac:spMkLst>
        </pc:spChg>
        <pc:spChg chg="del">
          <ac:chgData name="Erick Arostegui Cunza" userId="d89b6af450cec8f7" providerId="LiveId" clId="{6720101C-35A1-4E5A-B84B-5931C241A4AD}" dt="2024-04-21T14:11:05.998" v="14" actId="478"/>
          <ac:spMkLst>
            <pc:docMk/>
            <pc:sldMk cId="3373673101" sldId="256"/>
            <ac:spMk id="29" creationId="{A794874D-1A8B-FD00-B155-EE827D1427DB}"/>
          </ac:spMkLst>
        </pc:spChg>
        <pc:spChg chg="del">
          <ac:chgData name="Erick Arostegui Cunza" userId="d89b6af450cec8f7" providerId="LiveId" clId="{6720101C-35A1-4E5A-B84B-5931C241A4AD}" dt="2024-04-21T14:11:05.998" v="14" actId="478"/>
          <ac:spMkLst>
            <pc:docMk/>
            <pc:sldMk cId="3373673101" sldId="256"/>
            <ac:spMk id="32" creationId="{0AD47954-9C6C-9F59-CF12-074ADF56A791}"/>
          </ac:spMkLst>
        </pc:spChg>
        <pc:cxnChg chg="del">
          <ac:chgData name="Erick Arostegui Cunza" userId="d89b6af450cec8f7" providerId="LiveId" clId="{6720101C-35A1-4E5A-B84B-5931C241A4AD}" dt="2024-04-21T14:11:05.998" v="14" actId="478"/>
          <ac:cxnSpMkLst>
            <pc:docMk/>
            <pc:sldMk cId="3373673101" sldId="256"/>
            <ac:cxnSpMk id="6" creationId="{E3C64FBC-7F7D-900F-5385-AB64F4669F0B}"/>
          </ac:cxnSpMkLst>
        </pc:cxnChg>
        <pc:cxnChg chg="del mod">
          <ac:chgData name="Erick Arostegui Cunza" userId="d89b6af450cec8f7" providerId="LiveId" clId="{6720101C-35A1-4E5A-B84B-5931C241A4AD}" dt="2024-04-21T14:11:05.998" v="14" actId="478"/>
          <ac:cxnSpMkLst>
            <pc:docMk/>
            <pc:sldMk cId="3373673101" sldId="256"/>
            <ac:cxnSpMk id="11" creationId="{D489AA86-D0B0-4EC7-DF7B-E6DA93A4A14C}"/>
          </ac:cxnSpMkLst>
        </pc:cxnChg>
        <pc:cxnChg chg="del mod">
          <ac:chgData name="Erick Arostegui Cunza" userId="d89b6af450cec8f7" providerId="LiveId" clId="{6720101C-35A1-4E5A-B84B-5931C241A4AD}" dt="2024-04-21T14:11:05.998" v="14" actId="478"/>
          <ac:cxnSpMkLst>
            <pc:docMk/>
            <pc:sldMk cId="3373673101" sldId="256"/>
            <ac:cxnSpMk id="13" creationId="{073E244F-595C-2701-B870-1A5DF5963A2B}"/>
          </ac:cxnSpMkLst>
        </pc:cxnChg>
        <pc:cxnChg chg="del mod">
          <ac:chgData name="Erick Arostegui Cunza" userId="d89b6af450cec8f7" providerId="LiveId" clId="{6720101C-35A1-4E5A-B84B-5931C241A4AD}" dt="2024-04-21T14:11:05.998" v="14" actId="478"/>
          <ac:cxnSpMkLst>
            <pc:docMk/>
            <pc:sldMk cId="3373673101" sldId="256"/>
            <ac:cxnSpMk id="16" creationId="{372B6CFE-FC3F-3116-412C-BCD9CDCE04C8}"/>
          </ac:cxnSpMkLst>
        </pc:cxnChg>
        <pc:cxnChg chg="del mod">
          <ac:chgData name="Erick Arostegui Cunza" userId="d89b6af450cec8f7" providerId="LiveId" clId="{6720101C-35A1-4E5A-B84B-5931C241A4AD}" dt="2024-04-21T14:11:05.998" v="14" actId="478"/>
          <ac:cxnSpMkLst>
            <pc:docMk/>
            <pc:sldMk cId="3373673101" sldId="256"/>
            <ac:cxnSpMk id="31" creationId="{7803C7BF-EBC1-6D07-F1BF-172134E8FC00}"/>
          </ac:cxnSpMkLst>
        </pc:cxnChg>
      </pc:sldChg>
      <pc:sldChg chg="del">
        <pc:chgData name="Erick Arostegui Cunza" userId="d89b6af450cec8f7" providerId="LiveId" clId="{6720101C-35A1-4E5A-B84B-5931C241A4AD}" dt="2024-04-21T14:11:00.337" v="0" actId="47"/>
        <pc:sldMkLst>
          <pc:docMk/>
          <pc:sldMk cId="1366229597" sldId="257"/>
        </pc:sldMkLst>
      </pc:sldChg>
      <pc:sldChg chg="del">
        <pc:chgData name="Erick Arostegui Cunza" userId="d89b6af450cec8f7" providerId="LiveId" clId="{6720101C-35A1-4E5A-B84B-5931C241A4AD}" dt="2024-04-21T14:11:00.467" v="1" actId="47"/>
        <pc:sldMkLst>
          <pc:docMk/>
          <pc:sldMk cId="1541336498" sldId="258"/>
        </pc:sldMkLst>
      </pc:sldChg>
      <pc:sldChg chg="del">
        <pc:chgData name="Erick Arostegui Cunza" userId="d89b6af450cec8f7" providerId="LiveId" clId="{6720101C-35A1-4E5A-B84B-5931C241A4AD}" dt="2024-04-21T14:11:00.596" v="2" actId="47"/>
        <pc:sldMkLst>
          <pc:docMk/>
          <pc:sldMk cId="1845961786" sldId="259"/>
        </pc:sldMkLst>
      </pc:sldChg>
      <pc:sldChg chg="del">
        <pc:chgData name="Erick Arostegui Cunza" userId="d89b6af450cec8f7" providerId="LiveId" clId="{6720101C-35A1-4E5A-B84B-5931C241A4AD}" dt="2024-04-21T14:11:00.742" v="3" actId="47"/>
        <pc:sldMkLst>
          <pc:docMk/>
          <pc:sldMk cId="3646277865" sldId="260"/>
        </pc:sldMkLst>
      </pc:sldChg>
      <pc:sldChg chg="del">
        <pc:chgData name="Erick Arostegui Cunza" userId="d89b6af450cec8f7" providerId="LiveId" clId="{6720101C-35A1-4E5A-B84B-5931C241A4AD}" dt="2024-04-21T14:11:00.878" v="4" actId="47"/>
        <pc:sldMkLst>
          <pc:docMk/>
          <pc:sldMk cId="1279115340" sldId="261"/>
        </pc:sldMkLst>
      </pc:sldChg>
      <pc:sldChg chg="del">
        <pc:chgData name="Erick Arostegui Cunza" userId="d89b6af450cec8f7" providerId="LiveId" clId="{6720101C-35A1-4E5A-B84B-5931C241A4AD}" dt="2024-04-21T14:11:01.039" v="5" actId="47"/>
        <pc:sldMkLst>
          <pc:docMk/>
          <pc:sldMk cId="2218455812" sldId="262"/>
        </pc:sldMkLst>
      </pc:sldChg>
      <pc:sldChg chg="del">
        <pc:chgData name="Erick Arostegui Cunza" userId="d89b6af450cec8f7" providerId="LiveId" clId="{6720101C-35A1-4E5A-B84B-5931C241A4AD}" dt="2024-04-21T14:11:01.330" v="7" actId="47"/>
        <pc:sldMkLst>
          <pc:docMk/>
          <pc:sldMk cId="1682683436" sldId="263"/>
        </pc:sldMkLst>
      </pc:sldChg>
      <pc:sldChg chg="del">
        <pc:chgData name="Erick Arostegui Cunza" userId="d89b6af450cec8f7" providerId="LiveId" clId="{6720101C-35A1-4E5A-B84B-5931C241A4AD}" dt="2024-04-21T14:11:01.205" v="6" actId="47"/>
        <pc:sldMkLst>
          <pc:docMk/>
          <pc:sldMk cId="2996098993" sldId="264"/>
        </pc:sldMkLst>
      </pc:sldChg>
      <pc:sldChg chg="del">
        <pc:chgData name="Erick Arostegui Cunza" userId="d89b6af450cec8f7" providerId="LiveId" clId="{6720101C-35A1-4E5A-B84B-5931C241A4AD}" dt="2024-04-21T14:11:01.491" v="8" actId="47"/>
        <pc:sldMkLst>
          <pc:docMk/>
          <pc:sldMk cId="3089186012" sldId="265"/>
        </pc:sldMkLst>
      </pc:sldChg>
      <pc:sldChg chg="del">
        <pc:chgData name="Erick Arostegui Cunza" userId="d89b6af450cec8f7" providerId="LiveId" clId="{6720101C-35A1-4E5A-B84B-5931C241A4AD}" dt="2024-04-21T14:11:01.626" v="9" actId="47"/>
        <pc:sldMkLst>
          <pc:docMk/>
          <pc:sldMk cId="459229724" sldId="266"/>
        </pc:sldMkLst>
      </pc:sldChg>
      <pc:sldChg chg="del">
        <pc:chgData name="Erick Arostegui Cunza" userId="d89b6af450cec8f7" providerId="LiveId" clId="{6720101C-35A1-4E5A-B84B-5931C241A4AD}" dt="2024-04-21T14:11:01.785" v="10" actId="47"/>
        <pc:sldMkLst>
          <pc:docMk/>
          <pc:sldMk cId="3466324500" sldId="267"/>
        </pc:sldMkLst>
      </pc:sldChg>
      <pc:sldChg chg="del">
        <pc:chgData name="Erick Arostegui Cunza" userId="d89b6af450cec8f7" providerId="LiveId" clId="{6720101C-35A1-4E5A-B84B-5931C241A4AD}" dt="2024-04-21T14:11:01.917" v="11" actId="47"/>
        <pc:sldMkLst>
          <pc:docMk/>
          <pc:sldMk cId="1808740744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2F638-CE74-E656-7E9A-E409E8027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D7F6D8-512A-B2D9-CB75-F7E1DA03B0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021C6-74CF-90A9-74A8-24BA5BD2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1C44-E782-4ABC-9DCD-33F18B81624A}" type="datetimeFigureOut">
              <a:rPr lang="es-419" smtClean="0"/>
              <a:t>28/4/2024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A0622-8662-D95B-13EE-8EC5B2A17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5097E-6938-DEB6-23D2-E55735A3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02EAA-2282-456B-A3EA-28E1521F66C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05646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AA2D4-519C-6E5E-5227-F57B2A10E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C1E37-B28F-8D4D-1CB5-5A1B80258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C1343-5573-99FE-F9D9-1355FBBAA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1C44-E782-4ABC-9DCD-33F18B81624A}" type="datetimeFigureOut">
              <a:rPr lang="es-419" smtClean="0"/>
              <a:t>28/4/2024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25D17-42B5-2DDF-5F93-D736E77A2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608A9-D623-AF15-71E9-B09489BE7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02EAA-2282-456B-A3EA-28E1521F66C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490698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C2928-5EDE-9876-D8B3-531886016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E823F-B411-D2CD-7D6F-620A15349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73115-3028-3E1A-12BF-8636FCFB9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1C44-E782-4ABC-9DCD-33F18B81624A}" type="datetimeFigureOut">
              <a:rPr lang="es-419" smtClean="0"/>
              <a:t>28/4/2024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433F5-1E49-C7D5-2250-6A3090198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64820-F6F5-3DDC-C49B-CF5A586C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02EAA-2282-456B-A3EA-28E1521F66C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83078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BA6C1-A14D-05A1-6626-A5A9D6DC7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67D0F-94E2-6D24-E912-6DFF90A57F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B506F5-9EB0-DABC-383D-091FE19EF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82E504-8259-E754-DB1D-2B37EF55F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1C44-E782-4ABC-9DCD-33F18B81624A}" type="datetimeFigureOut">
              <a:rPr lang="es-419" smtClean="0"/>
              <a:t>28/4/2024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90ECE-FB00-5633-0C38-4483C77BB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F14FF7-0E5C-FADC-5E63-258206649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02EAA-2282-456B-A3EA-28E1521F66C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685737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D663F-9D31-1DB6-7D61-E5241A0EA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7173A-AE5D-92C7-3EE8-5D778CD17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053857-9EEF-2C9F-BE9A-9F5B1F5CB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88B24C-E345-6FD5-924E-447C9BDB82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947FA0-EEE6-B8D1-28D8-C4B12789E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C4539C-D859-B2C1-E425-5E8FCC204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1C44-E782-4ABC-9DCD-33F18B81624A}" type="datetimeFigureOut">
              <a:rPr lang="es-419" smtClean="0"/>
              <a:t>28/4/2024</a:t>
            </a:fld>
            <a:endParaRPr lang="es-419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7FD87-DF30-9677-9BB6-9DF2AFD22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2A5EF4-6596-82F4-50C5-B2D013555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02EAA-2282-456B-A3EA-28E1521F66C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53039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0992D-E43F-C6BA-F515-7CC412B3F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6D97DB-25CC-F28C-055F-49B52DDFC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1C44-E782-4ABC-9DCD-33F18B81624A}" type="datetimeFigureOut">
              <a:rPr lang="es-419" smtClean="0"/>
              <a:t>28/4/2024</a:t>
            </a:fld>
            <a:endParaRPr lang="es-419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BEA7CD-80F3-3E92-C7A2-FFDD51A46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92E15-4119-CE53-D3C3-C97ABDACC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02EAA-2282-456B-A3EA-28E1521F66C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83170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F24AF6-3CFA-0E52-91CC-A47CBE5A7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1C44-E782-4ABC-9DCD-33F18B81624A}" type="datetimeFigureOut">
              <a:rPr lang="es-419" smtClean="0"/>
              <a:t>28/4/2024</a:t>
            </a:fld>
            <a:endParaRPr lang="es-419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D7283B-0C65-CD9F-6865-8B698862C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845BFA-763B-5902-3C7C-52373D612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02EAA-2282-456B-A3EA-28E1521F66C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260211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04181-7FAB-2F0E-83BF-3CC267017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8D349-1BD9-F191-0CA5-3E466D7D6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01B792-9C1F-D30A-2364-D44BE1B3A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B517E-1FB3-CC1D-2865-FEFCC819F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1C44-E782-4ABC-9DCD-33F18B81624A}" type="datetimeFigureOut">
              <a:rPr lang="es-419" smtClean="0"/>
              <a:t>28/4/2024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E6C97-C86A-A1F1-A00E-D4C44E99E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0EDC2-D727-0F70-660D-BE2751D14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02EAA-2282-456B-A3EA-28E1521F66C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64618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86F1A-2A14-1774-6E0C-80B420B96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3FD367-D503-3BC1-F3D5-4D02E22A9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D077C5-8029-E054-20E5-DC792E106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A68FF0-3E27-4ED5-5FCC-3830FC93A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1C44-E782-4ABC-9DCD-33F18B81624A}" type="datetimeFigureOut">
              <a:rPr lang="es-419" smtClean="0"/>
              <a:t>28/4/2024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4E885E-90AD-4C78-C766-40B499C29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AFB602-50C4-A24A-6AB8-7EA061AB1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02EAA-2282-456B-A3EA-28E1521F66C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776740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B4BEB-0ED3-0420-7C5E-60D78ADDB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A52A64-377E-9EDE-CB91-F93F05A04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3F89C-ADDD-CA8B-341F-5573AD971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1C44-E782-4ABC-9DCD-33F18B81624A}" type="datetimeFigureOut">
              <a:rPr lang="es-419" smtClean="0"/>
              <a:t>28/4/2024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15270-F5A2-5BD6-5B69-419E5BBD5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70964-47BE-B121-4DA0-C1E702E3B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02EAA-2282-456B-A3EA-28E1521F66C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509636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64C46A-4ED0-3D69-A231-AB15260054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3140C8-CD7A-37FF-8987-67CCA6F3B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64B5C-E216-0381-577E-5DF52264A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B1C44-E782-4ABC-9DCD-33F18B81624A}" type="datetimeFigureOut">
              <a:rPr lang="es-419" smtClean="0"/>
              <a:t>28/4/2024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329EB-D7D1-DE18-5CCB-A5508E0CF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CB909-DA30-20FD-EB61-20773C2BC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02EAA-2282-456B-A3EA-28E1521F66C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017131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93AD19-5C70-F9B7-9E28-18DA42168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63220-7981-A639-4865-E4F1CD563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9A4F2-E765-F920-9E76-701263CCF5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AB1C44-E782-4ABC-9DCD-33F18B81624A}" type="datetimeFigureOut">
              <a:rPr lang="es-419" smtClean="0"/>
              <a:t>28/4/2024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E3F5F-6508-0AF3-CD72-8F25975FB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1ADE5-FB14-40CD-B372-90EE5E0518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02EAA-2282-456B-A3EA-28E1521F66C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5856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757E42A-89A4-D8DE-C80F-1A16CF46B3EB}"/>
              </a:ext>
            </a:extLst>
          </p:cNvPr>
          <p:cNvSpPr/>
          <p:nvPr/>
        </p:nvSpPr>
        <p:spPr>
          <a:xfrm>
            <a:off x="1271016" y="729764"/>
            <a:ext cx="411480" cy="41148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6ACED4C-80F3-FB17-694F-D09A0C4E2CB6}"/>
              </a:ext>
            </a:extLst>
          </p:cNvPr>
          <p:cNvCxnSpPr>
            <a:stCxn id="2" idx="4"/>
          </p:cNvCxnSpPr>
          <p:nvPr/>
        </p:nvCxnSpPr>
        <p:spPr>
          <a:xfrm flipH="1">
            <a:off x="1453896" y="1141244"/>
            <a:ext cx="22860" cy="10515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D49B149-23D2-D982-5C43-413FD4EE2624}"/>
              </a:ext>
            </a:extLst>
          </p:cNvPr>
          <p:cNvCxnSpPr>
            <a:cxnSpLocks/>
          </p:cNvCxnSpPr>
          <p:nvPr/>
        </p:nvCxnSpPr>
        <p:spPr>
          <a:xfrm flipH="1">
            <a:off x="1161288" y="2192804"/>
            <a:ext cx="283464" cy="411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AE55DE1-8823-0978-8FA3-EFA0190C08AB}"/>
              </a:ext>
            </a:extLst>
          </p:cNvPr>
          <p:cNvCxnSpPr>
            <a:cxnSpLocks/>
          </p:cNvCxnSpPr>
          <p:nvPr/>
        </p:nvCxnSpPr>
        <p:spPr>
          <a:xfrm flipH="1" flipV="1">
            <a:off x="1458468" y="2192804"/>
            <a:ext cx="283464" cy="411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AC0F15-66E1-404F-4027-680E44778995}"/>
              </a:ext>
            </a:extLst>
          </p:cNvPr>
          <p:cNvCxnSpPr>
            <a:cxnSpLocks/>
          </p:cNvCxnSpPr>
          <p:nvPr/>
        </p:nvCxnSpPr>
        <p:spPr>
          <a:xfrm flipH="1">
            <a:off x="1186434" y="1502432"/>
            <a:ext cx="5806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12A8495-EFC8-2FB7-22C3-E8F4F1212DDB}"/>
              </a:ext>
            </a:extLst>
          </p:cNvPr>
          <p:cNvSpPr txBox="1"/>
          <p:nvPr/>
        </p:nvSpPr>
        <p:spPr>
          <a:xfrm>
            <a:off x="1186434" y="2970044"/>
            <a:ext cx="528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T.M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F97CF0-EA97-EDFD-8FC7-50E3378E763D}"/>
              </a:ext>
            </a:extLst>
          </p:cNvPr>
          <p:cNvSpPr txBox="1"/>
          <p:nvPr/>
        </p:nvSpPr>
        <p:spPr>
          <a:xfrm>
            <a:off x="1033421" y="133618"/>
            <a:ext cx="725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Client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E09A55-67DE-5E57-E15A-6EA0843D85A4}"/>
              </a:ext>
            </a:extLst>
          </p:cNvPr>
          <p:cNvSpPr/>
          <p:nvPr/>
        </p:nvSpPr>
        <p:spPr>
          <a:xfrm>
            <a:off x="4224528" y="729764"/>
            <a:ext cx="411480" cy="41148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44D811B-8C26-37E0-90AA-9E986C9F0DF9}"/>
              </a:ext>
            </a:extLst>
          </p:cNvPr>
          <p:cNvCxnSpPr>
            <a:stCxn id="9" idx="4"/>
          </p:cNvCxnSpPr>
          <p:nvPr/>
        </p:nvCxnSpPr>
        <p:spPr>
          <a:xfrm flipH="1">
            <a:off x="4407408" y="1141244"/>
            <a:ext cx="22860" cy="10515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81E432C-C488-E4E5-2F32-F02AEADBCA98}"/>
              </a:ext>
            </a:extLst>
          </p:cNvPr>
          <p:cNvCxnSpPr>
            <a:cxnSpLocks/>
          </p:cNvCxnSpPr>
          <p:nvPr/>
        </p:nvCxnSpPr>
        <p:spPr>
          <a:xfrm flipH="1">
            <a:off x="4114800" y="2192804"/>
            <a:ext cx="283464" cy="411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9F63A6E-985A-88BC-BD22-D3B020E3DA58}"/>
              </a:ext>
            </a:extLst>
          </p:cNvPr>
          <p:cNvCxnSpPr>
            <a:cxnSpLocks/>
          </p:cNvCxnSpPr>
          <p:nvPr/>
        </p:nvCxnSpPr>
        <p:spPr>
          <a:xfrm flipH="1" flipV="1">
            <a:off x="4411980" y="2192804"/>
            <a:ext cx="283464" cy="411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9B3970-A231-A818-B418-8B648F6B5C0F}"/>
              </a:ext>
            </a:extLst>
          </p:cNvPr>
          <p:cNvCxnSpPr>
            <a:cxnSpLocks/>
          </p:cNvCxnSpPr>
          <p:nvPr/>
        </p:nvCxnSpPr>
        <p:spPr>
          <a:xfrm flipH="1">
            <a:off x="4139946" y="1502432"/>
            <a:ext cx="5806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9237EA6-50F7-D7CF-599E-07777C2C5C82}"/>
              </a:ext>
            </a:extLst>
          </p:cNvPr>
          <p:cNvSpPr txBox="1"/>
          <p:nvPr/>
        </p:nvSpPr>
        <p:spPr>
          <a:xfrm>
            <a:off x="4007507" y="2970044"/>
            <a:ext cx="82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AM. M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367AA35-DFD2-5956-7C64-C703FAF6B26E}"/>
              </a:ext>
            </a:extLst>
          </p:cNvPr>
          <p:cNvSpPr/>
          <p:nvPr/>
        </p:nvSpPr>
        <p:spPr>
          <a:xfrm>
            <a:off x="2112264" y="1305836"/>
            <a:ext cx="1821942" cy="566924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0E057DC-A34B-11D5-0316-24602ED34F09}"/>
              </a:ext>
            </a:extLst>
          </p:cNvPr>
          <p:cNvSpPr/>
          <p:nvPr/>
        </p:nvSpPr>
        <p:spPr>
          <a:xfrm>
            <a:off x="6782562" y="729764"/>
            <a:ext cx="411480" cy="41148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D9C57E3-4503-6993-8187-150043F33831}"/>
              </a:ext>
            </a:extLst>
          </p:cNvPr>
          <p:cNvCxnSpPr>
            <a:stCxn id="19" idx="4"/>
          </p:cNvCxnSpPr>
          <p:nvPr/>
        </p:nvCxnSpPr>
        <p:spPr>
          <a:xfrm flipH="1">
            <a:off x="6965442" y="1141244"/>
            <a:ext cx="22860" cy="10515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E6B039F-3813-FD64-7AC1-6E53A0B6CBA8}"/>
              </a:ext>
            </a:extLst>
          </p:cNvPr>
          <p:cNvCxnSpPr>
            <a:cxnSpLocks/>
          </p:cNvCxnSpPr>
          <p:nvPr/>
        </p:nvCxnSpPr>
        <p:spPr>
          <a:xfrm flipH="1">
            <a:off x="6672834" y="2192804"/>
            <a:ext cx="283464" cy="411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2898A1E-8B8C-D413-7E50-E4D3F55AA55E}"/>
              </a:ext>
            </a:extLst>
          </p:cNvPr>
          <p:cNvCxnSpPr>
            <a:cxnSpLocks/>
          </p:cNvCxnSpPr>
          <p:nvPr/>
        </p:nvCxnSpPr>
        <p:spPr>
          <a:xfrm flipH="1" flipV="1">
            <a:off x="6970014" y="2192804"/>
            <a:ext cx="283464" cy="411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F8D5A06-609E-D432-BE23-F62BB3F06F0B}"/>
              </a:ext>
            </a:extLst>
          </p:cNvPr>
          <p:cNvCxnSpPr>
            <a:cxnSpLocks/>
          </p:cNvCxnSpPr>
          <p:nvPr/>
        </p:nvCxnSpPr>
        <p:spPr>
          <a:xfrm flipH="1">
            <a:off x="6697980" y="1502432"/>
            <a:ext cx="5806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A569AAE-26D6-6CB1-307A-5E854058535D}"/>
              </a:ext>
            </a:extLst>
          </p:cNvPr>
          <p:cNvSpPr txBox="1"/>
          <p:nvPr/>
        </p:nvSpPr>
        <p:spPr>
          <a:xfrm>
            <a:off x="6752318" y="2970044"/>
            <a:ext cx="441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YO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2EC1D676-38E3-1124-84FC-387F86BFF12F}"/>
              </a:ext>
            </a:extLst>
          </p:cNvPr>
          <p:cNvSpPr/>
          <p:nvPr/>
        </p:nvSpPr>
        <p:spPr>
          <a:xfrm>
            <a:off x="4837176" y="1305836"/>
            <a:ext cx="1821942" cy="566924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7C4CBF-BE96-4159-1EB8-30A205CCA45E}"/>
              </a:ext>
            </a:extLst>
          </p:cNvPr>
          <p:cNvSpPr txBox="1"/>
          <p:nvPr/>
        </p:nvSpPr>
        <p:spPr>
          <a:xfrm>
            <a:off x="3919295" y="133618"/>
            <a:ext cx="1021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Interface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0487B9-0BFB-BE67-ACB3-3502175D8974}"/>
              </a:ext>
            </a:extLst>
          </p:cNvPr>
          <p:cNvSpPr txBox="1"/>
          <p:nvPr/>
        </p:nvSpPr>
        <p:spPr>
          <a:xfrm>
            <a:off x="6254849" y="123219"/>
            <a:ext cx="1692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Implementation</a:t>
            </a:r>
            <a:endParaRPr lang="es-419" dirty="0"/>
          </a:p>
        </p:txBody>
      </p:sp>
      <p:sp>
        <p:nvSpPr>
          <p:cNvPr id="29" name="Parallelogram 28">
            <a:extLst>
              <a:ext uri="{FF2B5EF4-FFF2-40B4-BE49-F238E27FC236}">
                <a16:creationId xmlns:a16="http://schemas.microsoft.com/office/drawing/2014/main" id="{541D6714-98BA-C1D4-C2CF-7D1D634ECE8D}"/>
              </a:ext>
            </a:extLst>
          </p:cNvPr>
          <p:cNvSpPr/>
          <p:nvPr/>
        </p:nvSpPr>
        <p:spPr>
          <a:xfrm>
            <a:off x="7754112" y="1031516"/>
            <a:ext cx="896112" cy="841233"/>
          </a:xfrm>
          <a:prstGeom prst="parallelogram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0" name="Parallelogram 29">
            <a:extLst>
              <a:ext uri="{FF2B5EF4-FFF2-40B4-BE49-F238E27FC236}">
                <a16:creationId xmlns:a16="http://schemas.microsoft.com/office/drawing/2014/main" id="{B28C1E90-4A3A-9FE4-87EF-408F4265827B}"/>
              </a:ext>
            </a:extLst>
          </p:cNvPr>
          <p:cNvSpPr/>
          <p:nvPr/>
        </p:nvSpPr>
        <p:spPr>
          <a:xfrm>
            <a:off x="7813548" y="1159530"/>
            <a:ext cx="896112" cy="841233"/>
          </a:xfrm>
          <a:prstGeom prst="parallelogram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30EC7BE9-9A55-71DD-AFD1-C5CCD7FEA32B}"/>
              </a:ext>
            </a:extLst>
          </p:cNvPr>
          <p:cNvSpPr/>
          <p:nvPr/>
        </p:nvSpPr>
        <p:spPr>
          <a:xfrm>
            <a:off x="7877556" y="1351571"/>
            <a:ext cx="896112" cy="841233"/>
          </a:xfrm>
          <a:prstGeom prst="parallelogram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2" name="Cross 31">
            <a:extLst>
              <a:ext uri="{FF2B5EF4-FFF2-40B4-BE49-F238E27FC236}">
                <a16:creationId xmlns:a16="http://schemas.microsoft.com/office/drawing/2014/main" id="{B1BB277C-26F9-A2FE-BEAE-B3DE4525F6A7}"/>
              </a:ext>
            </a:extLst>
          </p:cNvPr>
          <p:cNvSpPr/>
          <p:nvPr/>
        </p:nvSpPr>
        <p:spPr>
          <a:xfrm rot="2743776">
            <a:off x="6121109" y="354264"/>
            <a:ext cx="1821942" cy="1821942"/>
          </a:xfrm>
          <a:prstGeom prst="plus">
            <a:avLst>
              <a:gd name="adj" fmla="val 4206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8671E1F-FF33-193E-512D-09C8C4ADE5D6}"/>
              </a:ext>
            </a:extLst>
          </p:cNvPr>
          <p:cNvSpPr/>
          <p:nvPr/>
        </p:nvSpPr>
        <p:spPr>
          <a:xfrm>
            <a:off x="1271016" y="4021050"/>
            <a:ext cx="411480" cy="41148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FE903C1-B769-4541-014F-6C25C4210C17}"/>
              </a:ext>
            </a:extLst>
          </p:cNvPr>
          <p:cNvCxnSpPr>
            <a:stCxn id="33" idx="4"/>
          </p:cNvCxnSpPr>
          <p:nvPr/>
        </p:nvCxnSpPr>
        <p:spPr>
          <a:xfrm flipH="1">
            <a:off x="1453896" y="4432530"/>
            <a:ext cx="22860" cy="10515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B992792-1ABD-D12F-D72D-9003E69F76AC}"/>
              </a:ext>
            </a:extLst>
          </p:cNvPr>
          <p:cNvCxnSpPr>
            <a:cxnSpLocks/>
          </p:cNvCxnSpPr>
          <p:nvPr/>
        </p:nvCxnSpPr>
        <p:spPr>
          <a:xfrm flipH="1">
            <a:off x="1161288" y="5484090"/>
            <a:ext cx="283464" cy="411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BED8BE2-F3C8-57C6-B17F-EBAAD10C9EFF}"/>
              </a:ext>
            </a:extLst>
          </p:cNvPr>
          <p:cNvCxnSpPr>
            <a:cxnSpLocks/>
          </p:cNvCxnSpPr>
          <p:nvPr/>
        </p:nvCxnSpPr>
        <p:spPr>
          <a:xfrm flipH="1" flipV="1">
            <a:off x="1458468" y="5484090"/>
            <a:ext cx="283464" cy="411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98E6173-CAE6-B66C-E158-C09AACD663C3}"/>
              </a:ext>
            </a:extLst>
          </p:cNvPr>
          <p:cNvCxnSpPr>
            <a:cxnSpLocks/>
          </p:cNvCxnSpPr>
          <p:nvPr/>
        </p:nvCxnSpPr>
        <p:spPr>
          <a:xfrm flipH="1">
            <a:off x="1186434" y="4793718"/>
            <a:ext cx="5806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34361791-DE8F-F568-1689-28BDA9D217D6}"/>
              </a:ext>
            </a:extLst>
          </p:cNvPr>
          <p:cNvSpPr/>
          <p:nvPr/>
        </p:nvSpPr>
        <p:spPr>
          <a:xfrm>
            <a:off x="4224528" y="4021050"/>
            <a:ext cx="411480" cy="41148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7F776F3-A58B-0969-8EF7-DB42A0861B44}"/>
              </a:ext>
            </a:extLst>
          </p:cNvPr>
          <p:cNvCxnSpPr>
            <a:stCxn id="38" idx="4"/>
          </p:cNvCxnSpPr>
          <p:nvPr/>
        </p:nvCxnSpPr>
        <p:spPr>
          <a:xfrm flipH="1">
            <a:off x="4407408" y="4432530"/>
            <a:ext cx="22860" cy="10515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7F8413C-1E5A-25E3-99B0-4C7B407CB2EA}"/>
              </a:ext>
            </a:extLst>
          </p:cNvPr>
          <p:cNvCxnSpPr>
            <a:cxnSpLocks/>
          </p:cNvCxnSpPr>
          <p:nvPr/>
        </p:nvCxnSpPr>
        <p:spPr>
          <a:xfrm flipH="1">
            <a:off x="4114800" y="5484090"/>
            <a:ext cx="283464" cy="411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0A9D468-6E06-DD7B-4124-D82D39755764}"/>
              </a:ext>
            </a:extLst>
          </p:cNvPr>
          <p:cNvCxnSpPr>
            <a:cxnSpLocks/>
          </p:cNvCxnSpPr>
          <p:nvPr/>
        </p:nvCxnSpPr>
        <p:spPr>
          <a:xfrm flipH="1" flipV="1">
            <a:off x="4411980" y="5484090"/>
            <a:ext cx="283464" cy="411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2EE2118-99F5-509B-FACF-3F196F584E45}"/>
              </a:ext>
            </a:extLst>
          </p:cNvPr>
          <p:cNvCxnSpPr>
            <a:cxnSpLocks/>
          </p:cNvCxnSpPr>
          <p:nvPr/>
        </p:nvCxnSpPr>
        <p:spPr>
          <a:xfrm flipH="1">
            <a:off x="4139946" y="4793718"/>
            <a:ext cx="5806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97D8CA9-0C27-888D-95C9-5ED7F358CFB0}"/>
              </a:ext>
            </a:extLst>
          </p:cNvPr>
          <p:cNvSpPr txBox="1"/>
          <p:nvPr/>
        </p:nvSpPr>
        <p:spPr>
          <a:xfrm>
            <a:off x="1186434" y="6261330"/>
            <a:ext cx="528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T.M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14A6F41-C17E-E909-09F4-88EB030A469A}"/>
              </a:ext>
            </a:extLst>
          </p:cNvPr>
          <p:cNvSpPr txBox="1"/>
          <p:nvPr/>
        </p:nvSpPr>
        <p:spPr>
          <a:xfrm>
            <a:off x="4007507" y="6261330"/>
            <a:ext cx="82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AM. M</a:t>
            </a:r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5D559CEA-02A6-ACD0-2F95-4503C23255ED}"/>
              </a:ext>
            </a:extLst>
          </p:cNvPr>
          <p:cNvSpPr/>
          <p:nvPr/>
        </p:nvSpPr>
        <p:spPr>
          <a:xfrm>
            <a:off x="2112264" y="4597122"/>
            <a:ext cx="1821942" cy="566924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5D92582A-5956-8A59-1969-756126E9CEF6}"/>
              </a:ext>
            </a:extLst>
          </p:cNvPr>
          <p:cNvSpPr/>
          <p:nvPr/>
        </p:nvSpPr>
        <p:spPr>
          <a:xfrm>
            <a:off x="4837176" y="4597122"/>
            <a:ext cx="1821942" cy="566924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E790392-3DEB-8FA2-E9C0-B80D51D01618}"/>
              </a:ext>
            </a:extLst>
          </p:cNvPr>
          <p:cNvGrpSpPr/>
          <p:nvPr/>
        </p:nvGrpSpPr>
        <p:grpSpPr>
          <a:xfrm>
            <a:off x="6672834" y="4021050"/>
            <a:ext cx="605790" cy="1874520"/>
            <a:chOff x="6672834" y="4021050"/>
            <a:chExt cx="605790" cy="187452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60B9CCB-E340-E594-6C9B-F506A5133B6F}"/>
                </a:ext>
              </a:extLst>
            </p:cNvPr>
            <p:cNvSpPr/>
            <p:nvPr/>
          </p:nvSpPr>
          <p:spPr>
            <a:xfrm>
              <a:off x="6782562" y="4021050"/>
              <a:ext cx="411480" cy="41148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4C91A78-005E-9512-A9B0-2DD185897F80}"/>
                </a:ext>
              </a:extLst>
            </p:cNvPr>
            <p:cNvCxnSpPr>
              <a:stCxn id="48" idx="4"/>
            </p:cNvCxnSpPr>
            <p:nvPr/>
          </p:nvCxnSpPr>
          <p:spPr>
            <a:xfrm flipH="1">
              <a:off x="6965442" y="4432530"/>
              <a:ext cx="22860" cy="10515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EEC876D-B66C-FFB4-1AF3-84A765FDFB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2834" y="5484090"/>
              <a:ext cx="283464" cy="4114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6639947-4B6D-C456-60FC-5CDAD76795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70014" y="5484090"/>
              <a:ext cx="283464" cy="4114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509B1523-34AD-689E-22C9-8A7618B716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7980" y="4793718"/>
              <a:ext cx="58064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Parallelogram 52">
            <a:extLst>
              <a:ext uri="{FF2B5EF4-FFF2-40B4-BE49-F238E27FC236}">
                <a16:creationId xmlns:a16="http://schemas.microsoft.com/office/drawing/2014/main" id="{6ADAA243-2324-8CE5-4DBB-FB137EC32D25}"/>
              </a:ext>
            </a:extLst>
          </p:cNvPr>
          <p:cNvSpPr/>
          <p:nvPr/>
        </p:nvSpPr>
        <p:spPr>
          <a:xfrm>
            <a:off x="7754112" y="4322802"/>
            <a:ext cx="896112" cy="841233"/>
          </a:xfrm>
          <a:prstGeom prst="parallelogram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4" name="Parallelogram 53">
            <a:extLst>
              <a:ext uri="{FF2B5EF4-FFF2-40B4-BE49-F238E27FC236}">
                <a16:creationId xmlns:a16="http://schemas.microsoft.com/office/drawing/2014/main" id="{830BEBF8-1530-766A-844C-BEFDE174F6FC}"/>
              </a:ext>
            </a:extLst>
          </p:cNvPr>
          <p:cNvSpPr/>
          <p:nvPr/>
        </p:nvSpPr>
        <p:spPr>
          <a:xfrm>
            <a:off x="7813548" y="4450816"/>
            <a:ext cx="896112" cy="841233"/>
          </a:xfrm>
          <a:prstGeom prst="parallelogram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5" name="Parallelogram 54">
            <a:extLst>
              <a:ext uri="{FF2B5EF4-FFF2-40B4-BE49-F238E27FC236}">
                <a16:creationId xmlns:a16="http://schemas.microsoft.com/office/drawing/2014/main" id="{C2034770-FDEE-8057-1563-9D6B1A0F1C73}"/>
              </a:ext>
            </a:extLst>
          </p:cNvPr>
          <p:cNvSpPr/>
          <p:nvPr/>
        </p:nvSpPr>
        <p:spPr>
          <a:xfrm>
            <a:off x="7877556" y="4642857"/>
            <a:ext cx="896112" cy="841233"/>
          </a:xfrm>
          <a:prstGeom prst="parallelogram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4898E2-D620-2DBF-17AE-011583A7C30A}"/>
              </a:ext>
            </a:extLst>
          </p:cNvPr>
          <p:cNvSpPr txBox="1"/>
          <p:nvPr/>
        </p:nvSpPr>
        <p:spPr>
          <a:xfrm>
            <a:off x="6540928" y="6261330"/>
            <a:ext cx="830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Sandra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C562FCF-2D47-DAE2-448B-1373058C8D12}"/>
              </a:ext>
            </a:extLst>
          </p:cNvPr>
          <p:cNvSpPr txBox="1"/>
          <p:nvPr/>
        </p:nvSpPr>
        <p:spPr>
          <a:xfrm>
            <a:off x="6752318" y="2970044"/>
            <a:ext cx="441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YO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3403A4F2-85AF-ADB9-BC15-60C179D27083}"/>
              </a:ext>
            </a:extLst>
          </p:cNvPr>
          <p:cNvSpPr/>
          <p:nvPr/>
        </p:nvSpPr>
        <p:spPr>
          <a:xfrm>
            <a:off x="5249799" y="3310633"/>
            <a:ext cx="777240" cy="56692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E371EC3-6EB0-FA8B-DEE5-361A696D64AC}"/>
              </a:ext>
            </a:extLst>
          </p:cNvPr>
          <p:cNvCxnSpPr>
            <a:stCxn id="58" idx="3"/>
          </p:cNvCxnSpPr>
          <p:nvPr/>
        </p:nvCxnSpPr>
        <p:spPr>
          <a:xfrm flipV="1">
            <a:off x="6027039" y="2951479"/>
            <a:ext cx="638937" cy="642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B348939-02FE-FB82-EA5E-803F11700DD0}"/>
              </a:ext>
            </a:extLst>
          </p:cNvPr>
          <p:cNvCxnSpPr>
            <a:cxnSpLocks/>
            <a:stCxn id="58" idx="3"/>
          </p:cNvCxnSpPr>
          <p:nvPr/>
        </p:nvCxnSpPr>
        <p:spPr>
          <a:xfrm>
            <a:off x="6027039" y="3594095"/>
            <a:ext cx="645795" cy="426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291393AB-DDCF-D9A1-C374-17A2F27A9205}"/>
              </a:ext>
            </a:extLst>
          </p:cNvPr>
          <p:cNvSpPr txBox="1"/>
          <p:nvPr/>
        </p:nvSpPr>
        <p:spPr>
          <a:xfrm>
            <a:off x="5153117" y="2936727"/>
            <a:ext cx="908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Injector</a:t>
            </a:r>
            <a:endParaRPr lang="es-419" dirty="0"/>
          </a:p>
        </p:txBody>
      </p:sp>
      <p:pic>
        <p:nvPicPr>
          <p:cNvPr id="62" name="Picture 2" descr="Box - Free shipping and delivery icons">
            <a:extLst>
              <a:ext uri="{FF2B5EF4-FFF2-40B4-BE49-F238E27FC236}">
                <a16:creationId xmlns:a16="http://schemas.microsoft.com/office/drawing/2014/main" id="{7B323993-1A3C-9F6B-D06A-0C2E35FDE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4295" y="2750057"/>
            <a:ext cx="1456689" cy="1456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43DF1430-5837-9E27-F4F1-22EC27BEF747}"/>
              </a:ext>
            </a:extLst>
          </p:cNvPr>
          <p:cNvGrpSpPr/>
          <p:nvPr/>
        </p:nvGrpSpPr>
        <p:grpSpPr>
          <a:xfrm>
            <a:off x="11017377" y="3306059"/>
            <a:ext cx="144018" cy="445641"/>
            <a:chOff x="6672834" y="4021050"/>
            <a:chExt cx="605790" cy="1874520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6352A245-1EE2-8AA6-97D6-6FC8BC4E079C}"/>
                </a:ext>
              </a:extLst>
            </p:cNvPr>
            <p:cNvSpPr/>
            <p:nvPr/>
          </p:nvSpPr>
          <p:spPr>
            <a:xfrm>
              <a:off x="6782562" y="4021050"/>
              <a:ext cx="411480" cy="41148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FEC33B55-57E1-745E-EC68-F28950D39841}"/>
                </a:ext>
              </a:extLst>
            </p:cNvPr>
            <p:cNvCxnSpPr>
              <a:stCxn id="64" idx="4"/>
            </p:cNvCxnSpPr>
            <p:nvPr/>
          </p:nvCxnSpPr>
          <p:spPr>
            <a:xfrm flipH="1">
              <a:off x="6965442" y="4432530"/>
              <a:ext cx="22860" cy="10515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504A7E94-83B0-586A-B5CA-BC7590DBE3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2834" y="5484090"/>
              <a:ext cx="283464" cy="4114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8EF84EE-3DF5-41BD-9479-1692F9FA4A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70014" y="5484090"/>
              <a:ext cx="283464" cy="4114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E9F1E768-F080-1CFD-3108-E2F9BD000B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7980" y="4793718"/>
              <a:ext cx="58064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A4D5586-4022-34BF-203C-FFB0B45BA951}"/>
              </a:ext>
            </a:extLst>
          </p:cNvPr>
          <p:cNvGrpSpPr/>
          <p:nvPr/>
        </p:nvGrpSpPr>
        <p:grpSpPr>
          <a:xfrm>
            <a:off x="11255121" y="3306059"/>
            <a:ext cx="144018" cy="445641"/>
            <a:chOff x="6672834" y="4021050"/>
            <a:chExt cx="605790" cy="1874520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284DCB18-D30D-16D1-E935-6C064684E211}"/>
                </a:ext>
              </a:extLst>
            </p:cNvPr>
            <p:cNvSpPr/>
            <p:nvPr/>
          </p:nvSpPr>
          <p:spPr>
            <a:xfrm>
              <a:off x="6782562" y="4021050"/>
              <a:ext cx="411480" cy="41148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42E4466-63D0-0EF3-3CF5-BFADFF311E81}"/>
                </a:ext>
              </a:extLst>
            </p:cNvPr>
            <p:cNvCxnSpPr>
              <a:stCxn id="70" idx="4"/>
            </p:cNvCxnSpPr>
            <p:nvPr/>
          </p:nvCxnSpPr>
          <p:spPr>
            <a:xfrm flipH="1">
              <a:off x="6965442" y="4432530"/>
              <a:ext cx="22860" cy="10515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763931B5-B1A0-E7D1-E774-3190AEF956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2834" y="5484090"/>
              <a:ext cx="283464" cy="4114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CB822359-B524-0357-8245-21B4A4C249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70014" y="5484090"/>
              <a:ext cx="283464" cy="4114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C3C60432-18DF-290F-014A-00CF4AD17D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7980" y="4793718"/>
              <a:ext cx="58064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1F35786-840E-3269-03F6-ADA23E719867}"/>
              </a:ext>
            </a:extLst>
          </p:cNvPr>
          <p:cNvGrpSpPr/>
          <p:nvPr/>
        </p:nvGrpSpPr>
        <p:grpSpPr>
          <a:xfrm>
            <a:off x="11556873" y="3306059"/>
            <a:ext cx="144018" cy="445641"/>
            <a:chOff x="6672834" y="4021050"/>
            <a:chExt cx="605790" cy="1874520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192920F7-34CE-9636-C10C-F3728B950DBE}"/>
                </a:ext>
              </a:extLst>
            </p:cNvPr>
            <p:cNvSpPr/>
            <p:nvPr/>
          </p:nvSpPr>
          <p:spPr>
            <a:xfrm>
              <a:off x="6782562" y="4021050"/>
              <a:ext cx="411480" cy="41148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6D2C514B-50C7-A49E-1F18-D8F166458D7F}"/>
                </a:ext>
              </a:extLst>
            </p:cNvPr>
            <p:cNvCxnSpPr>
              <a:stCxn id="76" idx="4"/>
            </p:cNvCxnSpPr>
            <p:nvPr/>
          </p:nvCxnSpPr>
          <p:spPr>
            <a:xfrm flipH="1">
              <a:off x="6965442" y="4432530"/>
              <a:ext cx="22860" cy="10515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F7B32943-E2AF-D515-9C1B-BC3C7CE48E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2834" y="5484090"/>
              <a:ext cx="283464" cy="4114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8CFFF03D-4DF5-3A1A-1987-7012866AFC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70014" y="5484090"/>
              <a:ext cx="283464" cy="4114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550E2ADB-EF6A-E3B2-AF2B-C8E882D4A4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7980" y="4793718"/>
              <a:ext cx="58064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4C61F5E-63E0-433F-701D-74E6EDCDE5E7}"/>
              </a:ext>
            </a:extLst>
          </p:cNvPr>
          <p:cNvGrpSpPr/>
          <p:nvPr/>
        </p:nvGrpSpPr>
        <p:grpSpPr>
          <a:xfrm>
            <a:off x="11767185" y="3306059"/>
            <a:ext cx="144018" cy="445641"/>
            <a:chOff x="6672834" y="4021050"/>
            <a:chExt cx="605790" cy="1874520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E16645DC-B695-ED5C-4E38-2DDF86E4788F}"/>
                </a:ext>
              </a:extLst>
            </p:cNvPr>
            <p:cNvSpPr/>
            <p:nvPr/>
          </p:nvSpPr>
          <p:spPr>
            <a:xfrm>
              <a:off x="6782562" y="4021050"/>
              <a:ext cx="411480" cy="41148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B85BCF49-FFB6-870C-920D-981FEDCC86BD}"/>
                </a:ext>
              </a:extLst>
            </p:cNvPr>
            <p:cNvCxnSpPr>
              <a:stCxn id="82" idx="4"/>
            </p:cNvCxnSpPr>
            <p:nvPr/>
          </p:nvCxnSpPr>
          <p:spPr>
            <a:xfrm flipH="1">
              <a:off x="6965442" y="4432530"/>
              <a:ext cx="22860" cy="10515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3EE77DFA-1FAA-0FDA-A272-507E9A31DE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72834" y="5484090"/>
              <a:ext cx="283464" cy="4114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6401CDF1-CE8E-A6F5-701F-54845EEE38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70014" y="5484090"/>
              <a:ext cx="283464" cy="4114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A923CC21-2B0B-8470-EB00-F95569785F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7980" y="4793718"/>
              <a:ext cx="58064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EC30C684-76C4-69D7-58AB-F76B248EA988}"/>
              </a:ext>
            </a:extLst>
          </p:cNvPr>
          <p:cNvSpPr txBox="1"/>
          <p:nvPr/>
        </p:nvSpPr>
        <p:spPr>
          <a:xfrm>
            <a:off x="9824950" y="4266150"/>
            <a:ext cx="1104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Container</a:t>
            </a:r>
          </a:p>
        </p:txBody>
      </p:sp>
    </p:spTree>
    <p:extLst>
      <p:ext uri="{BB962C8B-B14F-4D97-AF65-F5344CB8AC3E}">
        <p14:creationId xmlns:p14="http://schemas.microsoft.com/office/powerpoint/2010/main" val="3373673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5516F3-70C4-125D-2C0D-7E7D70887188}"/>
              </a:ext>
            </a:extLst>
          </p:cNvPr>
          <p:cNvSpPr txBox="1"/>
          <p:nvPr/>
        </p:nvSpPr>
        <p:spPr>
          <a:xfrm>
            <a:off x="815248" y="727113"/>
            <a:ext cx="9797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  <a:endParaRPr lang="es-419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419" dirty="0" err="1">
                <a:latin typeface="Arial" panose="020B0604020202020204" pitchFamily="34" charset="0"/>
                <a:cs typeface="Arial" panose="020B0604020202020204" pitchFamily="34" charset="0"/>
              </a:rPr>
              <a:t>Driven</a:t>
            </a:r>
            <a:endParaRPr lang="es-419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419" dirty="0" err="1"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endParaRPr lang="es-41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80A0BC9-071B-BE2C-BAAB-DE36C77178B0}"/>
              </a:ext>
            </a:extLst>
          </p:cNvPr>
          <p:cNvCxnSpPr/>
          <p:nvPr/>
        </p:nvCxnSpPr>
        <p:spPr>
          <a:xfrm>
            <a:off x="4759287" y="484742"/>
            <a:ext cx="0" cy="55084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19AEDFD8-CA8E-E0CD-6B5F-A015AF7B048C}"/>
              </a:ext>
            </a:extLst>
          </p:cNvPr>
          <p:cNvSpPr/>
          <p:nvPr/>
        </p:nvSpPr>
        <p:spPr>
          <a:xfrm>
            <a:off x="1408176" y="3807522"/>
            <a:ext cx="979755" cy="97975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8EF1613-2CC9-F081-39CA-E18077AC7F06}"/>
              </a:ext>
            </a:extLst>
          </p:cNvPr>
          <p:cNvSpPr/>
          <p:nvPr/>
        </p:nvSpPr>
        <p:spPr>
          <a:xfrm>
            <a:off x="2593854" y="2056959"/>
            <a:ext cx="979755" cy="97975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83FFB44-9B33-9A89-DD85-D1E8E696185A}"/>
              </a:ext>
            </a:extLst>
          </p:cNvPr>
          <p:cNvSpPr/>
          <p:nvPr/>
        </p:nvSpPr>
        <p:spPr>
          <a:xfrm>
            <a:off x="579157" y="2056959"/>
            <a:ext cx="979755" cy="97975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0D012C34-601E-AF0A-DA46-7AA50BDA19AE}"/>
              </a:ext>
            </a:extLst>
          </p:cNvPr>
          <p:cNvCxnSpPr>
            <a:stCxn id="8" idx="3"/>
            <a:endCxn id="6" idx="2"/>
          </p:cNvCxnSpPr>
          <p:nvPr/>
        </p:nvCxnSpPr>
        <p:spPr>
          <a:xfrm rot="16200000" flipH="1">
            <a:off x="363323" y="3252547"/>
            <a:ext cx="1404168" cy="68553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0CCDA205-E5EF-98FD-4C9C-C97BDCBE33E7}"/>
              </a:ext>
            </a:extLst>
          </p:cNvPr>
          <p:cNvCxnSpPr>
            <a:cxnSpLocks/>
            <a:stCxn id="8" idx="6"/>
            <a:endCxn id="7" idx="0"/>
          </p:cNvCxnSpPr>
          <p:nvPr/>
        </p:nvCxnSpPr>
        <p:spPr>
          <a:xfrm flipV="1">
            <a:off x="1558912" y="2056959"/>
            <a:ext cx="1524820" cy="489878"/>
          </a:xfrm>
          <a:prstGeom prst="curvedConnector4">
            <a:avLst>
              <a:gd name="adj1" fmla="val 33937"/>
              <a:gd name="adj2" fmla="val 14666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B4A866FD-2E1A-3763-D206-99E1BD9409DA}"/>
              </a:ext>
            </a:extLst>
          </p:cNvPr>
          <p:cNvCxnSpPr>
            <a:stCxn id="7" idx="4"/>
            <a:endCxn id="6" idx="0"/>
          </p:cNvCxnSpPr>
          <p:nvPr/>
        </p:nvCxnSpPr>
        <p:spPr>
          <a:xfrm rot="5400000">
            <a:off x="2105489" y="2829279"/>
            <a:ext cx="770808" cy="118567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E613E013-0912-7B30-5952-7D202C5E44ED}"/>
              </a:ext>
            </a:extLst>
          </p:cNvPr>
          <p:cNvSpPr/>
          <p:nvPr/>
        </p:nvSpPr>
        <p:spPr>
          <a:xfrm>
            <a:off x="2968084" y="2164805"/>
            <a:ext cx="285787" cy="28578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69F0A8F-46A2-C736-BD50-A55FB77106A0}"/>
              </a:ext>
            </a:extLst>
          </p:cNvPr>
          <p:cNvSpPr/>
          <p:nvPr/>
        </p:nvSpPr>
        <p:spPr>
          <a:xfrm>
            <a:off x="2968084" y="2558438"/>
            <a:ext cx="285787" cy="28578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97AC24-70E3-4371-834F-93D7C2F0CEF1}"/>
              </a:ext>
            </a:extLst>
          </p:cNvPr>
          <p:cNvSpPr txBox="1"/>
          <p:nvPr/>
        </p:nvSpPr>
        <p:spPr>
          <a:xfrm>
            <a:off x="815248" y="5403819"/>
            <a:ext cx="2569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>
                <a:latin typeface="Arial" panose="020B0604020202020204" pitchFamily="34" charset="0"/>
                <a:cs typeface="Arial" panose="020B0604020202020204" pitchFamily="34" charset="0"/>
              </a:rPr>
              <a:t>Clean</a:t>
            </a:r>
            <a:r>
              <a:rPr lang="es-41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419" dirty="0" err="1"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endParaRPr lang="es-419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419" dirty="0">
                <a:latin typeface="Arial" panose="020B0604020202020204" pitchFamily="34" charset="0"/>
                <a:cs typeface="Arial" panose="020B0604020202020204" pitchFamily="34" charset="0"/>
              </a:rPr>
              <a:t>Hexagonal </a:t>
            </a:r>
            <a:r>
              <a:rPr lang="es-419" dirty="0" err="1"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endParaRPr lang="es-41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6B92BD-67E5-ECBE-CA82-185C9EEDBC0E}"/>
              </a:ext>
            </a:extLst>
          </p:cNvPr>
          <p:cNvSpPr/>
          <p:nvPr/>
        </p:nvSpPr>
        <p:spPr>
          <a:xfrm>
            <a:off x="5249164" y="1389888"/>
            <a:ext cx="1524820" cy="40690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DBC5D0-0309-6BC3-7A4A-B44C14511EA9}"/>
              </a:ext>
            </a:extLst>
          </p:cNvPr>
          <p:cNvSpPr/>
          <p:nvPr/>
        </p:nvSpPr>
        <p:spPr>
          <a:xfrm>
            <a:off x="7197253" y="1389888"/>
            <a:ext cx="1524820" cy="40690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CDBFB0-F98F-1C1C-991B-CD00AFA1C186}"/>
              </a:ext>
            </a:extLst>
          </p:cNvPr>
          <p:cNvSpPr/>
          <p:nvPr/>
        </p:nvSpPr>
        <p:spPr>
          <a:xfrm>
            <a:off x="9346093" y="1389888"/>
            <a:ext cx="1524820" cy="40690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F0BB00-EE93-6821-FE19-3408585D040C}"/>
              </a:ext>
            </a:extLst>
          </p:cNvPr>
          <p:cNvSpPr txBox="1"/>
          <p:nvPr/>
        </p:nvSpPr>
        <p:spPr>
          <a:xfrm>
            <a:off x="5574839" y="791179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>
                <a:latin typeface="Arial" panose="020B0604020202020204" pitchFamily="34" charset="0"/>
                <a:cs typeface="Arial" panose="020B0604020202020204" pitchFamily="34" charset="0"/>
              </a:rPr>
              <a:t>Analisis</a:t>
            </a:r>
            <a:endParaRPr lang="es-41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74AEF8-A4E1-996A-723B-DD23422869C2}"/>
              </a:ext>
            </a:extLst>
          </p:cNvPr>
          <p:cNvSpPr txBox="1"/>
          <p:nvPr/>
        </p:nvSpPr>
        <p:spPr>
          <a:xfrm>
            <a:off x="7370145" y="791179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latin typeface="Arial" panose="020B0604020202020204" pitchFamily="34" charset="0"/>
                <a:cs typeface="Arial" panose="020B0604020202020204" pitchFamily="34" charset="0"/>
              </a:rPr>
              <a:t>Diseño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FD073E-F576-A31A-58E1-009E28030884}"/>
              </a:ext>
            </a:extLst>
          </p:cNvPr>
          <p:cNvSpPr txBox="1"/>
          <p:nvPr/>
        </p:nvSpPr>
        <p:spPr>
          <a:xfrm>
            <a:off x="9657097" y="791179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>
                <a:latin typeface="Arial" panose="020B0604020202020204" pitchFamily="34" charset="0"/>
                <a:cs typeface="Arial" panose="020B0604020202020204" pitchFamily="34" charset="0"/>
              </a:rPr>
              <a:t>Ejecucion</a:t>
            </a:r>
            <a:endParaRPr lang="es-41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172D179-7656-68ED-F80C-65D8C55D86C5}"/>
              </a:ext>
            </a:extLst>
          </p:cNvPr>
          <p:cNvSpPr/>
          <p:nvPr/>
        </p:nvSpPr>
        <p:spPr>
          <a:xfrm>
            <a:off x="5422392" y="1650443"/>
            <a:ext cx="1150841" cy="6812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395CAFF-DD44-B58C-728C-6E174C5DC6A3}"/>
              </a:ext>
            </a:extLst>
          </p:cNvPr>
          <p:cNvSpPr/>
          <p:nvPr/>
        </p:nvSpPr>
        <p:spPr>
          <a:xfrm>
            <a:off x="7398004" y="1650443"/>
            <a:ext cx="1150841" cy="6812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F00DA91-6539-2B84-9A57-659BB291818D}"/>
              </a:ext>
            </a:extLst>
          </p:cNvPr>
          <p:cNvSpPr/>
          <p:nvPr/>
        </p:nvSpPr>
        <p:spPr>
          <a:xfrm>
            <a:off x="9598146" y="1650443"/>
            <a:ext cx="1150841" cy="6812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ABC1A3A7-A3A1-52E5-754A-D4C0BE07B727}"/>
              </a:ext>
            </a:extLst>
          </p:cNvPr>
          <p:cNvCxnSpPr/>
          <p:nvPr/>
        </p:nvCxnSpPr>
        <p:spPr>
          <a:xfrm rot="10800000">
            <a:off x="1305126" y="727113"/>
            <a:ext cx="4117266" cy="1263968"/>
          </a:xfrm>
          <a:prstGeom prst="curvedConnector4">
            <a:avLst>
              <a:gd name="adj1" fmla="val 44051"/>
              <a:gd name="adj2" fmla="val 11808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8915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6A96BB7-4043-3552-B819-C17CD5E06F60}"/>
              </a:ext>
            </a:extLst>
          </p:cNvPr>
          <p:cNvSpPr/>
          <p:nvPr/>
        </p:nvSpPr>
        <p:spPr>
          <a:xfrm>
            <a:off x="185166" y="2130552"/>
            <a:ext cx="1856232" cy="120700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D100CD8C-128A-CF58-0FE4-12556414C659}"/>
              </a:ext>
            </a:extLst>
          </p:cNvPr>
          <p:cNvSpPr/>
          <p:nvPr/>
        </p:nvSpPr>
        <p:spPr>
          <a:xfrm>
            <a:off x="185166" y="3465576"/>
            <a:ext cx="1856232" cy="384048"/>
          </a:xfrm>
          <a:prstGeom prst="parallelogram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36438EED-E73F-6D3D-C29D-F16A3B2FAD68}"/>
              </a:ext>
            </a:extLst>
          </p:cNvPr>
          <p:cNvSpPr/>
          <p:nvPr/>
        </p:nvSpPr>
        <p:spPr>
          <a:xfrm>
            <a:off x="4168902" y="2158457"/>
            <a:ext cx="1097280" cy="945931"/>
          </a:xfrm>
          <a:prstGeom prst="hexag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8ED44ABD-5EA9-334D-7D9B-D6597E1479CE}"/>
              </a:ext>
            </a:extLst>
          </p:cNvPr>
          <p:cNvSpPr/>
          <p:nvPr/>
        </p:nvSpPr>
        <p:spPr>
          <a:xfrm>
            <a:off x="4168902" y="3662645"/>
            <a:ext cx="1097280" cy="945931"/>
          </a:xfrm>
          <a:prstGeom prst="hexag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74EEC75D-30B3-3B2F-876A-F156DEC33D76}"/>
              </a:ext>
            </a:extLst>
          </p:cNvPr>
          <p:cNvSpPr/>
          <p:nvPr/>
        </p:nvSpPr>
        <p:spPr>
          <a:xfrm>
            <a:off x="4168902" y="5180549"/>
            <a:ext cx="1097280" cy="945931"/>
          </a:xfrm>
          <a:prstGeom prst="hexag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8AE65362-18B6-0226-8544-312ADE59DC3F}"/>
              </a:ext>
            </a:extLst>
          </p:cNvPr>
          <p:cNvSpPr/>
          <p:nvPr/>
        </p:nvSpPr>
        <p:spPr>
          <a:xfrm>
            <a:off x="4168902" y="679510"/>
            <a:ext cx="1097280" cy="945931"/>
          </a:xfrm>
          <a:prstGeom prst="hexag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C4849F-3C87-2DBC-8460-6DA00C0A7D19}"/>
              </a:ext>
            </a:extLst>
          </p:cNvPr>
          <p:cNvSpPr/>
          <p:nvPr/>
        </p:nvSpPr>
        <p:spPr>
          <a:xfrm>
            <a:off x="2864358" y="173736"/>
            <a:ext cx="3055620" cy="64556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823B3E-D31A-6E28-19C1-6E417072D8A7}"/>
              </a:ext>
            </a:extLst>
          </p:cNvPr>
          <p:cNvSpPr txBox="1"/>
          <p:nvPr/>
        </p:nvSpPr>
        <p:spPr>
          <a:xfrm>
            <a:off x="2864358" y="168773"/>
            <a:ext cx="954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>
                <a:latin typeface="Arial" panose="020B0604020202020204" pitchFamily="34" charset="0"/>
                <a:cs typeface="Arial" panose="020B0604020202020204" pitchFamily="34" charset="0"/>
              </a:rPr>
              <a:t>My</a:t>
            </a:r>
            <a:r>
              <a:rPr lang="es-419" dirty="0">
                <a:latin typeface="Arial" panose="020B0604020202020204" pitchFamily="34" charset="0"/>
                <a:cs typeface="Arial" panose="020B0604020202020204" pitchFamily="34" charset="0"/>
              </a:rPr>
              <a:t> App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43D03DC-C41A-2A41-D472-3D154D1B5D94}"/>
              </a:ext>
            </a:extLst>
          </p:cNvPr>
          <p:cNvCxnSpPr/>
          <p:nvPr/>
        </p:nvCxnSpPr>
        <p:spPr>
          <a:xfrm flipV="1">
            <a:off x="2041398" y="2631423"/>
            <a:ext cx="2127504" cy="102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75C3048-B82D-A71B-AF48-F33F698DA8BC}"/>
              </a:ext>
            </a:extLst>
          </p:cNvPr>
          <p:cNvCxnSpPr>
            <a:cxnSpLocks/>
          </p:cNvCxnSpPr>
          <p:nvPr/>
        </p:nvCxnSpPr>
        <p:spPr>
          <a:xfrm>
            <a:off x="2041398" y="2734056"/>
            <a:ext cx="2127504" cy="1401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3E4C4CB-8FA8-B72B-DD74-F57D87C76FA3}"/>
              </a:ext>
            </a:extLst>
          </p:cNvPr>
          <p:cNvCxnSpPr>
            <a:cxnSpLocks/>
          </p:cNvCxnSpPr>
          <p:nvPr/>
        </p:nvCxnSpPr>
        <p:spPr>
          <a:xfrm>
            <a:off x="2041398" y="2734056"/>
            <a:ext cx="2127504" cy="2919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80DBE80-AFD1-85A6-889D-A4F4E009FD95}"/>
              </a:ext>
            </a:extLst>
          </p:cNvPr>
          <p:cNvSpPr txBox="1"/>
          <p:nvPr/>
        </p:nvSpPr>
        <p:spPr>
          <a:xfrm>
            <a:off x="3006562" y="679510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latin typeface="Arial" panose="020B0604020202020204" pitchFamily="34" charset="0"/>
                <a:cs typeface="Arial" panose="020B0604020202020204" pitchFamily="34" charset="0"/>
              </a:rPr>
              <a:t>Security</a:t>
            </a:r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76C4F0E1-DF18-D7B7-039E-E6F4CBFA6381}"/>
              </a:ext>
            </a:extLst>
          </p:cNvPr>
          <p:cNvCxnSpPr/>
          <p:nvPr/>
        </p:nvCxnSpPr>
        <p:spPr>
          <a:xfrm rot="5400000" flipH="1" flipV="1">
            <a:off x="2152054" y="113704"/>
            <a:ext cx="978076" cy="305562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4" descr="Key Icon Black Thin Line Gráfico por deniprianggono78 · Creative Fabrica">
            <a:extLst>
              <a:ext uri="{FF2B5EF4-FFF2-40B4-BE49-F238E27FC236}">
                <a16:creationId xmlns:a16="http://schemas.microsoft.com/office/drawing/2014/main" id="{F0837881-2F15-754E-237E-75075C026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0865" y="2373512"/>
            <a:ext cx="464643" cy="309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icon icon, lock icon">
            <a:extLst>
              <a:ext uri="{FF2B5EF4-FFF2-40B4-BE49-F238E27FC236}">
                <a16:creationId xmlns:a16="http://schemas.microsoft.com/office/drawing/2014/main" id="{E70792CD-560E-53D2-C95E-2AB620995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0676" y="2832259"/>
            <a:ext cx="288226" cy="288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icon icon, lock icon">
            <a:extLst>
              <a:ext uri="{FF2B5EF4-FFF2-40B4-BE49-F238E27FC236}">
                <a16:creationId xmlns:a16="http://schemas.microsoft.com/office/drawing/2014/main" id="{292EB077-F250-6A92-2379-001EC37A1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0676" y="4327303"/>
            <a:ext cx="288226" cy="288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icon icon, lock icon">
            <a:extLst>
              <a:ext uri="{FF2B5EF4-FFF2-40B4-BE49-F238E27FC236}">
                <a16:creationId xmlns:a16="http://schemas.microsoft.com/office/drawing/2014/main" id="{07ABDFB7-8D12-BB25-A9F1-33E4FD430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0676" y="5838254"/>
            <a:ext cx="288226" cy="288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F7BB6FB6-D839-809C-2168-4358B6972AF1}"/>
              </a:ext>
            </a:extLst>
          </p:cNvPr>
          <p:cNvCxnSpPr>
            <a:cxnSpLocks/>
          </p:cNvCxnSpPr>
          <p:nvPr/>
        </p:nvCxnSpPr>
        <p:spPr>
          <a:xfrm flipV="1">
            <a:off x="5266182" y="1152476"/>
            <a:ext cx="12700" cy="1478947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45512C2C-7156-69A6-F375-1BF327DC36B7}"/>
              </a:ext>
            </a:extLst>
          </p:cNvPr>
          <p:cNvCxnSpPr>
            <a:cxnSpLocks/>
          </p:cNvCxnSpPr>
          <p:nvPr/>
        </p:nvCxnSpPr>
        <p:spPr>
          <a:xfrm flipV="1">
            <a:off x="5266182" y="1152476"/>
            <a:ext cx="12700" cy="2983135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ECAD20E-8475-DBB5-3032-612C240420EB}"/>
              </a:ext>
            </a:extLst>
          </p:cNvPr>
          <p:cNvCxnSpPr>
            <a:cxnSpLocks/>
          </p:cNvCxnSpPr>
          <p:nvPr/>
        </p:nvCxnSpPr>
        <p:spPr>
          <a:xfrm>
            <a:off x="6096000" y="168773"/>
            <a:ext cx="0" cy="6533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EB03642-2B39-892E-ADA7-F3EC5E9027F2}"/>
              </a:ext>
            </a:extLst>
          </p:cNvPr>
          <p:cNvSpPr/>
          <p:nvPr/>
        </p:nvSpPr>
        <p:spPr>
          <a:xfrm>
            <a:off x="6371082" y="2130552"/>
            <a:ext cx="1856232" cy="120700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D03A5C07-BD94-4AD1-7A3B-6869A7876832}"/>
              </a:ext>
            </a:extLst>
          </p:cNvPr>
          <p:cNvSpPr/>
          <p:nvPr/>
        </p:nvSpPr>
        <p:spPr>
          <a:xfrm>
            <a:off x="6371082" y="3465576"/>
            <a:ext cx="1856232" cy="384048"/>
          </a:xfrm>
          <a:prstGeom prst="parallelogram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2" name="Hexagon 31">
            <a:extLst>
              <a:ext uri="{FF2B5EF4-FFF2-40B4-BE49-F238E27FC236}">
                <a16:creationId xmlns:a16="http://schemas.microsoft.com/office/drawing/2014/main" id="{C1228BDC-8EBC-67A1-230B-2AB337BC283E}"/>
              </a:ext>
            </a:extLst>
          </p:cNvPr>
          <p:cNvSpPr/>
          <p:nvPr/>
        </p:nvSpPr>
        <p:spPr>
          <a:xfrm>
            <a:off x="10354818" y="2158457"/>
            <a:ext cx="1097280" cy="945931"/>
          </a:xfrm>
          <a:prstGeom prst="hexag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3" name="Hexagon 32">
            <a:extLst>
              <a:ext uri="{FF2B5EF4-FFF2-40B4-BE49-F238E27FC236}">
                <a16:creationId xmlns:a16="http://schemas.microsoft.com/office/drawing/2014/main" id="{32CDCF8F-9EDF-3CEA-CBEC-6A0F06A960FE}"/>
              </a:ext>
            </a:extLst>
          </p:cNvPr>
          <p:cNvSpPr/>
          <p:nvPr/>
        </p:nvSpPr>
        <p:spPr>
          <a:xfrm>
            <a:off x="10354818" y="3662645"/>
            <a:ext cx="1097280" cy="945931"/>
          </a:xfrm>
          <a:prstGeom prst="hexag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4" name="Hexagon 33">
            <a:extLst>
              <a:ext uri="{FF2B5EF4-FFF2-40B4-BE49-F238E27FC236}">
                <a16:creationId xmlns:a16="http://schemas.microsoft.com/office/drawing/2014/main" id="{7A5AA6FA-5E13-5335-AE05-E6B09C296A3E}"/>
              </a:ext>
            </a:extLst>
          </p:cNvPr>
          <p:cNvSpPr/>
          <p:nvPr/>
        </p:nvSpPr>
        <p:spPr>
          <a:xfrm>
            <a:off x="10354818" y="5180549"/>
            <a:ext cx="1097280" cy="945931"/>
          </a:xfrm>
          <a:prstGeom prst="hexag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6570BD6-971C-980E-3A26-503E905C2B70}"/>
              </a:ext>
            </a:extLst>
          </p:cNvPr>
          <p:cNvSpPr/>
          <p:nvPr/>
        </p:nvSpPr>
        <p:spPr>
          <a:xfrm>
            <a:off x="9879329" y="1998020"/>
            <a:ext cx="2127504" cy="12369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C22EB41-F842-0E16-75C5-C1BB95B1459F}"/>
              </a:ext>
            </a:extLst>
          </p:cNvPr>
          <p:cNvSpPr/>
          <p:nvPr/>
        </p:nvSpPr>
        <p:spPr>
          <a:xfrm>
            <a:off x="9879329" y="3542218"/>
            <a:ext cx="2127504" cy="12369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4253182-ABF2-25B8-F505-D9DA526DEEF1}"/>
              </a:ext>
            </a:extLst>
          </p:cNvPr>
          <p:cNvSpPr/>
          <p:nvPr/>
        </p:nvSpPr>
        <p:spPr>
          <a:xfrm>
            <a:off x="9879329" y="5035060"/>
            <a:ext cx="2127504" cy="12369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610827FA-EA96-0198-231F-055F03E6E5FE}"/>
              </a:ext>
            </a:extLst>
          </p:cNvPr>
          <p:cNvCxnSpPr>
            <a:cxnSpLocks/>
            <a:endCxn id="39" idx="1"/>
          </p:cNvCxnSpPr>
          <p:nvPr/>
        </p:nvCxnSpPr>
        <p:spPr>
          <a:xfrm rot="5400000" flipH="1" flipV="1">
            <a:off x="7378867" y="516797"/>
            <a:ext cx="1534087" cy="1693425"/>
          </a:xfrm>
          <a:prstGeom prst="curved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5653DA9-CA84-12D7-1F8A-73A34826DB25}"/>
              </a:ext>
            </a:extLst>
          </p:cNvPr>
          <p:cNvSpPr/>
          <p:nvPr/>
        </p:nvSpPr>
        <p:spPr>
          <a:xfrm>
            <a:off x="8992623" y="253733"/>
            <a:ext cx="1097274" cy="6854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 err="1">
                <a:solidFill>
                  <a:sysClr val="windowText" lastClr="000000"/>
                </a:solidFill>
              </a:rPr>
              <a:t>IdP</a:t>
            </a:r>
            <a:endParaRPr lang="es-419" dirty="0">
              <a:solidFill>
                <a:sysClr val="windowText" lastClr="000000"/>
              </a:solidFill>
            </a:endParaRPr>
          </a:p>
        </p:txBody>
      </p:sp>
      <p:pic>
        <p:nvPicPr>
          <p:cNvPr id="40" name="Picture 4" descr="Key Icon Black Thin Line Gráfico por deniprianggono78 · Creative Fabrica">
            <a:extLst>
              <a:ext uri="{FF2B5EF4-FFF2-40B4-BE49-F238E27FC236}">
                <a16:creationId xmlns:a16="http://schemas.microsoft.com/office/drawing/2014/main" id="{91522D8B-A1EE-80A4-3C26-32353EF89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615" y="843247"/>
            <a:ext cx="464643" cy="309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4AF8379-9D50-AF2E-A5F5-523C0D68E69F}"/>
              </a:ext>
            </a:extLst>
          </p:cNvPr>
          <p:cNvCxnSpPr/>
          <p:nvPr/>
        </p:nvCxnSpPr>
        <p:spPr>
          <a:xfrm flipV="1">
            <a:off x="8227314" y="2631423"/>
            <a:ext cx="2127504" cy="102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3FB7999-4959-3EC8-5544-1B7BCE1E3295}"/>
              </a:ext>
            </a:extLst>
          </p:cNvPr>
          <p:cNvCxnSpPr>
            <a:cxnSpLocks/>
          </p:cNvCxnSpPr>
          <p:nvPr/>
        </p:nvCxnSpPr>
        <p:spPr>
          <a:xfrm>
            <a:off x="8227314" y="2734056"/>
            <a:ext cx="2127504" cy="1401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2DA0111-A918-C48B-5C59-051A346F7F83}"/>
              </a:ext>
            </a:extLst>
          </p:cNvPr>
          <p:cNvCxnSpPr>
            <a:cxnSpLocks/>
          </p:cNvCxnSpPr>
          <p:nvPr/>
        </p:nvCxnSpPr>
        <p:spPr>
          <a:xfrm>
            <a:off x="8227314" y="2734056"/>
            <a:ext cx="2127504" cy="2919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" descr="Key Icon Black Thin Line Gráfico por deniprianggono78 · Creative Fabrica">
            <a:extLst>
              <a:ext uri="{FF2B5EF4-FFF2-40B4-BE49-F238E27FC236}">
                <a16:creationId xmlns:a16="http://schemas.microsoft.com/office/drawing/2014/main" id="{5BD403B4-38A2-962C-2D90-E94E687A2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8892" y="2373512"/>
            <a:ext cx="464643" cy="309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icon icon, lock icon">
            <a:extLst>
              <a:ext uri="{FF2B5EF4-FFF2-40B4-BE49-F238E27FC236}">
                <a16:creationId xmlns:a16="http://schemas.microsoft.com/office/drawing/2014/main" id="{4D470F5E-33EB-C5FE-C2AB-8409E957C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6592" y="2832259"/>
            <a:ext cx="288226" cy="288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 descr="icon icon, lock icon">
            <a:extLst>
              <a:ext uri="{FF2B5EF4-FFF2-40B4-BE49-F238E27FC236}">
                <a16:creationId xmlns:a16="http://schemas.microsoft.com/office/drawing/2014/main" id="{BC7D2CBE-3523-7D8E-A5C6-41C216DBC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6592" y="4327303"/>
            <a:ext cx="288226" cy="288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 descr="icon icon, lock icon">
            <a:extLst>
              <a:ext uri="{FF2B5EF4-FFF2-40B4-BE49-F238E27FC236}">
                <a16:creationId xmlns:a16="http://schemas.microsoft.com/office/drawing/2014/main" id="{2D1D0ACE-A846-95F3-3CD6-7107D6CB6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6592" y="5838254"/>
            <a:ext cx="288226" cy="288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0F57D500-5267-8180-B440-AE95B68BB681}"/>
              </a:ext>
            </a:extLst>
          </p:cNvPr>
          <p:cNvSpPr txBox="1"/>
          <p:nvPr/>
        </p:nvSpPr>
        <p:spPr>
          <a:xfrm>
            <a:off x="10312053" y="25340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latin typeface="Arial" panose="020B0604020202020204" pitchFamily="34" charset="0"/>
                <a:cs typeface="Arial" panose="020B0604020202020204" pitchFamily="34" charset="0"/>
              </a:rPr>
              <a:t>Erick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4E6E44A-EC8E-B923-3115-06EB5CF9B9D5}"/>
              </a:ext>
            </a:extLst>
          </p:cNvPr>
          <p:cNvCxnSpPr>
            <a:stCxn id="48" idx="2"/>
          </p:cNvCxnSpPr>
          <p:nvPr/>
        </p:nvCxnSpPr>
        <p:spPr>
          <a:xfrm flipH="1">
            <a:off x="10660866" y="622738"/>
            <a:ext cx="1" cy="8677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9EE43CF-EF41-805B-1016-DE5C047750E0}"/>
              </a:ext>
            </a:extLst>
          </p:cNvPr>
          <p:cNvCxnSpPr/>
          <p:nvPr/>
        </p:nvCxnSpPr>
        <p:spPr>
          <a:xfrm>
            <a:off x="10705532" y="864176"/>
            <a:ext cx="548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92CFAF4-53DE-13EF-D481-3490F39433D2}"/>
              </a:ext>
            </a:extLst>
          </p:cNvPr>
          <p:cNvCxnSpPr/>
          <p:nvPr/>
        </p:nvCxnSpPr>
        <p:spPr>
          <a:xfrm>
            <a:off x="10705532" y="1152475"/>
            <a:ext cx="548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C8BC564-E745-8EB4-AA6D-6AAE0C3DE19D}"/>
              </a:ext>
            </a:extLst>
          </p:cNvPr>
          <p:cNvCxnSpPr/>
          <p:nvPr/>
        </p:nvCxnSpPr>
        <p:spPr>
          <a:xfrm>
            <a:off x="10705532" y="1463371"/>
            <a:ext cx="548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E8E620A-B79E-5E76-5BEA-6092D2935282}"/>
              </a:ext>
            </a:extLst>
          </p:cNvPr>
          <p:cNvSpPr txBox="1"/>
          <p:nvPr/>
        </p:nvSpPr>
        <p:spPr>
          <a:xfrm>
            <a:off x="11193790" y="656914"/>
            <a:ext cx="80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latin typeface="Arial" panose="020B0604020202020204" pitchFamily="34" charset="0"/>
                <a:cs typeface="Arial" panose="020B0604020202020204" pitchFamily="34" charset="0"/>
              </a:rPr>
              <a:t>App 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66B117A-B7D3-E4F0-4B3E-A3D72A5E5160}"/>
              </a:ext>
            </a:extLst>
          </p:cNvPr>
          <p:cNvSpPr txBox="1"/>
          <p:nvPr/>
        </p:nvSpPr>
        <p:spPr>
          <a:xfrm>
            <a:off x="11193790" y="972976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latin typeface="Arial" panose="020B0604020202020204" pitchFamily="34" charset="0"/>
                <a:cs typeface="Arial" panose="020B0604020202020204" pitchFamily="34" charset="0"/>
              </a:rPr>
              <a:t>App 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4F02E3-AA6E-7EC3-41B1-5DE3FB1F0C84}"/>
              </a:ext>
            </a:extLst>
          </p:cNvPr>
          <p:cNvSpPr txBox="1"/>
          <p:nvPr/>
        </p:nvSpPr>
        <p:spPr>
          <a:xfrm>
            <a:off x="11193790" y="1237768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>
                <a:latin typeface="Arial" panose="020B0604020202020204" pitchFamily="34" charset="0"/>
                <a:cs typeface="Arial" panose="020B0604020202020204" pitchFamily="34" charset="0"/>
              </a:rPr>
              <a:t>App B</a:t>
            </a:r>
          </a:p>
        </p:txBody>
      </p:sp>
    </p:spTree>
    <p:extLst>
      <p:ext uri="{BB962C8B-B14F-4D97-AF65-F5344CB8AC3E}">
        <p14:creationId xmlns:p14="http://schemas.microsoft.com/office/powerpoint/2010/main" val="419504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CBC70A-160F-5016-EFD4-44BC2F015758}"/>
              </a:ext>
            </a:extLst>
          </p:cNvPr>
          <p:cNvSpPr/>
          <p:nvPr/>
        </p:nvSpPr>
        <p:spPr>
          <a:xfrm>
            <a:off x="4395676" y="329183"/>
            <a:ext cx="5578354" cy="37392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D18549-F689-01D3-8028-DF93E0CD3B6B}"/>
              </a:ext>
            </a:extLst>
          </p:cNvPr>
          <p:cNvSpPr txBox="1"/>
          <p:nvPr/>
        </p:nvSpPr>
        <p:spPr>
          <a:xfrm>
            <a:off x="4430060" y="32427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419" dirty="0" err="1"/>
              <a:t>Backend</a:t>
            </a:r>
            <a:endParaRPr lang="es-419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9DFFD4EB-F974-BBBC-D768-84B44B20FE72}"/>
              </a:ext>
            </a:extLst>
          </p:cNvPr>
          <p:cNvSpPr/>
          <p:nvPr/>
        </p:nvSpPr>
        <p:spPr>
          <a:xfrm>
            <a:off x="6547104" y="763190"/>
            <a:ext cx="954634" cy="822960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3EF5C-55EB-B3A8-B06E-CEB77748982B}"/>
              </a:ext>
            </a:extLst>
          </p:cNvPr>
          <p:cNvSpPr txBox="1"/>
          <p:nvPr/>
        </p:nvSpPr>
        <p:spPr>
          <a:xfrm>
            <a:off x="6547104" y="524828"/>
            <a:ext cx="9749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419" dirty="0" err="1"/>
              <a:t>library.service</a:t>
            </a:r>
            <a:endParaRPr lang="es-419" dirty="0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4C407DC4-DF1D-54D6-0335-AEF3E30FC8FE}"/>
              </a:ext>
            </a:extLst>
          </p:cNvPr>
          <p:cNvSpPr/>
          <p:nvPr/>
        </p:nvSpPr>
        <p:spPr>
          <a:xfrm>
            <a:off x="6547104" y="1852277"/>
            <a:ext cx="954634" cy="822960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F75883-9FBC-2969-E683-1E33440466A3}"/>
              </a:ext>
            </a:extLst>
          </p:cNvPr>
          <p:cNvSpPr txBox="1"/>
          <p:nvPr/>
        </p:nvSpPr>
        <p:spPr>
          <a:xfrm>
            <a:off x="6547104" y="1577982"/>
            <a:ext cx="10663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419" dirty="0" err="1"/>
              <a:t>security.service</a:t>
            </a:r>
            <a:endParaRPr lang="es-419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EFC87C-CBB9-5405-A1AE-A6FF4C394EF9}"/>
              </a:ext>
            </a:extLst>
          </p:cNvPr>
          <p:cNvSpPr txBox="1"/>
          <p:nvPr/>
        </p:nvSpPr>
        <p:spPr>
          <a:xfrm>
            <a:off x="6547104" y="278607"/>
            <a:ext cx="7377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419" dirty="0"/>
              <a:t>Container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78AC87-4E73-821A-FBA9-A74F0D0287BA}"/>
              </a:ext>
            </a:extLst>
          </p:cNvPr>
          <p:cNvSpPr txBox="1"/>
          <p:nvPr/>
        </p:nvSpPr>
        <p:spPr>
          <a:xfrm>
            <a:off x="6109932" y="1032652"/>
            <a:ext cx="5020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419" dirty="0"/>
              <a:t>:8080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02B7D4-6239-F533-6E5F-2A5FDC972CCF}"/>
              </a:ext>
            </a:extLst>
          </p:cNvPr>
          <p:cNvSpPr txBox="1"/>
          <p:nvPr/>
        </p:nvSpPr>
        <p:spPr>
          <a:xfrm>
            <a:off x="6102806" y="2121739"/>
            <a:ext cx="5020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419" dirty="0"/>
              <a:t>:8080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767AF8-4AFF-A971-169F-FA399991BD7E}"/>
              </a:ext>
            </a:extLst>
          </p:cNvPr>
          <p:cNvSpPr/>
          <p:nvPr/>
        </p:nvSpPr>
        <p:spPr>
          <a:xfrm>
            <a:off x="2816352" y="146304"/>
            <a:ext cx="9052560" cy="63825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E9B015-E46B-C2E5-2370-3C2259007063}"/>
              </a:ext>
            </a:extLst>
          </p:cNvPr>
          <p:cNvSpPr txBox="1"/>
          <p:nvPr/>
        </p:nvSpPr>
        <p:spPr>
          <a:xfrm>
            <a:off x="2816352" y="146304"/>
            <a:ext cx="5902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00" dirty="0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DAC5CE3-BADF-08F7-5D5E-6CF7F676DCC2}"/>
              </a:ext>
            </a:extLst>
          </p:cNvPr>
          <p:cNvGrpSpPr/>
          <p:nvPr/>
        </p:nvGrpSpPr>
        <p:grpSpPr>
          <a:xfrm>
            <a:off x="468630" y="2139696"/>
            <a:ext cx="1204576" cy="1115568"/>
            <a:chOff x="185166" y="2130552"/>
            <a:chExt cx="1856232" cy="1719072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77F8267-49A0-F67E-5F50-A9B9A863ACBF}"/>
                </a:ext>
              </a:extLst>
            </p:cNvPr>
            <p:cNvSpPr/>
            <p:nvPr/>
          </p:nvSpPr>
          <p:spPr>
            <a:xfrm>
              <a:off x="185166" y="2130552"/>
              <a:ext cx="1856232" cy="1207008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3A29D2BC-2AE2-35AF-2B0B-24F77AA44311}"/>
                </a:ext>
              </a:extLst>
            </p:cNvPr>
            <p:cNvSpPr/>
            <p:nvPr/>
          </p:nvSpPr>
          <p:spPr>
            <a:xfrm>
              <a:off x="185166" y="3465576"/>
              <a:ext cx="1856232" cy="384048"/>
            </a:xfrm>
            <a:prstGeom prst="parallelogram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D809E82-0ABC-2C32-16FA-2767165F2797}"/>
              </a:ext>
            </a:extLst>
          </p:cNvPr>
          <p:cNvSpPr txBox="1"/>
          <p:nvPr/>
        </p:nvSpPr>
        <p:spPr>
          <a:xfrm>
            <a:off x="2750469" y="2230469"/>
            <a:ext cx="5020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419" dirty="0"/>
              <a:t>:8082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D8C3E32-5E6B-80BA-AB0E-09AF4C7D331B}"/>
              </a:ext>
            </a:extLst>
          </p:cNvPr>
          <p:cNvCxnSpPr>
            <a:stCxn id="18" idx="3"/>
          </p:cNvCxnSpPr>
          <p:nvPr/>
        </p:nvCxnSpPr>
        <p:spPr>
          <a:xfrm flipV="1">
            <a:off x="3252530" y="1155763"/>
            <a:ext cx="2913265" cy="11978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8E470FF-96F8-2ED3-6905-BE70D7D008E7}"/>
              </a:ext>
            </a:extLst>
          </p:cNvPr>
          <p:cNvSpPr txBox="1"/>
          <p:nvPr/>
        </p:nvSpPr>
        <p:spPr>
          <a:xfrm>
            <a:off x="2750469" y="2589878"/>
            <a:ext cx="5020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419" dirty="0"/>
              <a:t>:8084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9923FEF-D8E3-A391-78E2-2C36F83E6D39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3252530" y="2244850"/>
            <a:ext cx="2913265" cy="468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E302392-CA6E-4CA6-93EE-A383F4976425}"/>
              </a:ext>
            </a:extLst>
          </p:cNvPr>
          <p:cNvSpPr txBox="1"/>
          <p:nvPr/>
        </p:nvSpPr>
        <p:spPr>
          <a:xfrm>
            <a:off x="2750174" y="2928026"/>
            <a:ext cx="5020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419" dirty="0"/>
              <a:t>:1434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7F3DA7D-3AA2-B534-7D88-92ECA9485FEA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3252235" y="3051137"/>
            <a:ext cx="2786819" cy="391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Hexagon 23">
            <a:extLst>
              <a:ext uri="{FF2B5EF4-FFF2-40B4-BE49-F238E27FC236}">
                <a16:creationId xmlns:a16="http://schemas.microsoft.com/office/drawing/2014/main" id="{890F6F99-0A95-4FD4-40B1-0FB72DA2944E}"/>
              </a:ext>
            </a:extLst>
          </p:cNvPr>
          <p:cNvSpPr/>
          <p:nvPr/>
        </p:nvSpPr>
        <p:spPr>
          <a:xfrm>
            <a:off x="6547104" y="3076425"/>
            <a:ext cx="954634" cy="822960"/>
          </a:xfrm>
          <a:prstGeom prst="hexag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9170EB-F0EA-0A47-6B69-6BC392394EA8}"/>
              </a:ext>
            </a:extLst>
          </p:cNvPr>
          <p:cNvSpPr txBox="1"/>
          <p:nvPr/>
        </p:nvSpPr>
        <p:spPr>
          <a:xfrm>
            <a:off x="6682557" y="2804916"/>
            <a:ext cx="7040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419" dirty="0" err="1"/>
              <a:t>sqlserver</a:t>
            </a:r>
            <a:endParaRPr lang="es-419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6C0BDE-7DAD-B784-4500-9602D1807612}"/>
              </a:ext>
            </a:extLst>
          </p:cNvPr>
          <p:cNvSpPr txBox="1"/>
          <p:nvPr/>
        </p:nvSpPr>
        <p:spPr>
          <a:xfrm>
            <a:off x="6039054" y="3319557"/>
            <a:ext cx="5020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419" dirty="0"/>
              <a:t>:1433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5CBA321-1644-AB3A-183F-E6A399FD356A}"/>
              </a:ext>
            </a:extLst>
          </p:cNvPr>
          <p:cNvSpPr/>
          <p:nvPr/>
        </p:nvSpPr>
        <p:spPr>
          <a:xfrm>
            <a:off x="3109392" y="4314634"/>
            <a:ext cx="2421044" cy="20587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B5AAC3B-C0BF-79D8-C8E5-F580886A5291}"/>
              </a:ext>
            </a:extLst>
          </p:cNvPr>
          <p:cNvSpPr/>
          <p:nvPr/>
        </p:nvSpPr>
        <p:spPr>
          <a:xfrm>
            <a:off x="5865177" y="4314634"/>
            <a:ext cx="2730183" cy="20587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7D813F6-3055-CD5A-8656-B36B7DA7A068}"/>
              </a:ext>
            </a:extLst>
          </p:cNvPr>
          <p:cNvSpPr/>
          <p:nvPr/>
        </p:nvSpPr>
        <p:spPr>
          <a:xfrm>
            <a:off x="8867044" y="4314634"/>
            <a:ext cx="2730183" cy="20587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4A51CA-CDCF-1635-15D0-F0D617F8E607}"/>
              </a:ext>
            </a:extLst>
          </p:cNvPr>
          <p:cNvSpPr txBox="1"/>
          <p:nvPr/>
        </p:nvSpPr>
        <p:spPr>
          <a:xfrm>
            <a:off x="3109392" y="4370957"/>
            <a:ext cx="8306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419" dirty="0"/>
              <a:t>Network 01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1959602-355E-9846-93E6-23FB6BF58ED6}"/>
              </a:ext>
            </a:extLst>
          </p:cNvPr>
          <p:cNvCxnSpPr/>
          <p:nvPr/>
        </p:nvCxnSpPr>
        <p:spPr>
          <a:xfrm flipV="1">
            <a:off x="1673206" y="2353580"/>
            <a:ext cx="1077263" cy="177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FE15F22-5F90-B5D1-276B-91A26E30B91F}"/>
              </a:ext>
            </a:extLst>
          </p:cNvPr>
          <p:cNvCxnSpPr>
            <a:cxnSpLocks/>
          </p:cNvCxnSpPr>
          <p:nvPr/>
        </p:nvCxnSpPr>
        <p:spPr>
          <a:xfrm>
            <a:off x="1673206" y="2531332"/>
            <a:ext cx="1077263" cy="181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6809492-19E4-95BA-6616-FF0F10114579}"/>
              </a:ext>
            </a:extLst>
          </p:cNvPr>
          <p:cNvCxnSpPr>
            <a:cxnSpLocks/>
          </p:cNvCxnSpPr>
          <p:nvPr/>
        </p:nvCxnSpPr>
        <p:spPr>
          <a:xfrm>
            <a:off x="1673206" y="2531332"/>
            <a:ext cx="1076968" cy="5198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A778CAB-A981-2D61-B48F-8120795B6430}"/>
              </a:ext>
            </a:extLst>
          </p:cNvPr>
          <p:cNvSpPr/>
          <p:nvPr/>
        </p:nvSpPr>
        <p:spPr>
          <a:xfrm>
            <a:off x="10442448" y="3204441"/>
            <a:ext cx="1225296" cy="56692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mcr.microsoft.com/</a:t>
            </a:r>
            <a:r>
              <a:rPr lang="es-419" dirty="0" err="1"/>
              <a:t>mssql</a:t>
            </a:r>
            <a:r>
              <a:rPr lang="es-419" dirty="0"/>
              <a:t>/server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1A0BB18-483A-D9EB-92AB-759920B17E36}"/>
              </a:ext>
            </a:extLst>
          </p:cNvPr>
          <p:cNvCxnSpPr>
            <a:cxnSpLocks/>
            <a:stCxn id="41" idx="1"/>
          </p:cNvCxnSpPr>
          <p:nvPr/>
        </p:nvCxnSpPr>
        <p:spPr>
          <a:xfrm flipH="1">
            <a:off x="7501738" y="3487905"/>
            <a:ext cx="29407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2899EEB-B952-6901-1E41-6B9087566CCE}"/>
              </a:ext>
            </a:extLst>
          </p:cNvPr>
          <p:cNvSpPr txBox="1"/>
          <p:nvPr/>
        </p:nvSpPr>
        <p:spPr>
          <a:xfrm>
            <a:off x="9925045" y="3321823"/>
            <a:ext cx="1992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419" dirty="0"/>
              <a:t>mcr.microsoft.com/</a:t>
            </a:r>
            <a:r>
              <a:rPr lang="es-419" dirty="0" err="1"/>
              <a:t>mssql</a:t>
            </a:r>
            <a:r>
              <a:rPr lang="es-419" dirty="0"/>
              <a:t>/server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19BA189B-58AD-4A09-C815-0F6AC938894E}"/>
              </a:ext>
            </a:extLst>
          </p:cNvPr>
          <p:cNvSpPr/>
          <p:nvPr/>
        </p:nvSpPr>
        <p:spPr>
          <a:xfrm>
            <a:off x="10442448" y="768096"/>
            <a:ext cx="1225296" cy="56692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03D3024-D3A1-E33A-1A43-B1C3B714B76E}"/>
              </a:ext>
            </a:extLst>
          </p:cNvPr>
          <p:cNvCxnSpPr>
            <a:stCxn id="44" idx="1"/>
          </p:cNvCxnSpPr>
          <p:nvPr/>
        </p:nvCxnSpPr>
        <p:spPr>
          <a:xfrm flipH="1">
            <a:off x="7501738" y="1051560"/>
            <a:ext cx="2940710" cy="123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27A3D16-B04B-22C3-EBD2-B86BA4D21C84}"/>
              </a:ext>
            </a:extLst>
          </p:cNvPr>
          <p:cNvSpPr txBox="1"/>
          <p:nvPr/>
        </p:nvSpPr>
        <p:spPr>
          <a:xfrm>
            <a:off x="10585255" y="462105"/>
            <a:ext cx="5389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419" dirty="0" err="1"/>
              <a:t>Image</a:t>
            </a:r>
            <a:endParaRPr lang="es-419" dirty="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4565AC7-9DFD-6D4C-AE61-55ECBE97A6DE}"/>
              </a:ext>
            </a:extLst>
          </p:cNvPr>
          <p:cNvSpPr/>
          <p:nvPr/>
        </p:nvSpPr>
        <p:spPr>
          <a:xfrm>
            <a:off x="10442448" y="1453562"/>
            <a:ext cx="1225296" cy="56692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B7FFC90-8820-B2B7-0695-0D946A28FDE4}"/>
              </a:ext>
            </a:extLst>
          </p:cNvPr>
          <p:cNvCxnSpPr>
            <a:cxnSpLocks/>
            <a:stCxn id="47" idx="1"/>
          </p:cNvCxnSpPr>
          <p:nvPr/>
        </p:nvCxnSpPr>
        <p:spPr>
          <a:xfrm flipH="1">
            <a:off x="7501738" y="1737026"/>
            <a:ext cx="2940710" cy="526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AFC4A15-C3BE-AE55-A275-C2CEC9C7A5C7}"/>
              </a:ext>
            </a:extLst>
          </p:cNvPr>
          <p:cNvSpPr txBox="1"/>
          <p:nvPr/>
        </p:nvSpPr>
        <p:spPr>
          <a:xfrm>
            <a:off x="10585255" y="928449"/>
            <a:ext cx="9396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419" dirty="0" err="1"/>
              <a:t>libraryservice</a:t>
            </a:r>
            <a:endParaRPr lang="es-419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8DE62A8-BCC3-3351-6A91-C53703795C18}"/>
              </a:ext>
            </a:extLst>
          </p:cNvPr>
          <p:cNvSpPr txBox="1"/>
          <p:nvPr/>
        </p:nvSpPr>
        <p:spPr>
          <a:xfrm>
            <a:off x="10585255" y="1613915"/>
            <a:ext cx="10310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419" dirty="0" err="1"/>
              <a:t>securityservice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995892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3AC431-E1BF-97C2-1B4D-274C08C70818}"/>
              </a:ext>
            </a:extLst>
          </p:cNvPr>
          <p:cNvSpPr/>
          <p:nvPr/>
        </p:nvSpPr>
        <p:spPr>
          <a:xfrm>
            <a:off x="679010" y="606582"/>
            <a:ext cx="4300396" cy="18106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5FC9FC-6CE1-9F8A-A1D2-6A954E23076D}"/>
              </a:ext>
            </a:extLst>
          </p:cNvPr>
          <p:cNvCxnSpPr/>
          <p:nvPr/>
        </p:nvCxnSpPr>
        <p:spPr>
          <a:xfrm>
            <a:off x="679010" y="932507"/>
            <a:ext cx="43003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299860-A783-4F79-492D-0154D5A50F7D}"/>
              </a:ext>
            </a:extLst>
          </p:cNvPr>
          <p:cNvCxnSpPr/>
          <p:nvPr/>
        </p:nvCxnSpPr>
        <p:spPr>
          <a:xfrm>
            <a:off x="1158844" y="606582"/>
            <a:ext cx="0" cy="1810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771B908-CA50-EFAD-F275-7E99C36DF1EA}"/>
              </a:ext>
            </a:extLst>
          </p:cNvPr>
          <p:cNvCxnSpPr/>
          <p:nvPr/>
        </p:nvCxnSpPr>
        <p:spPr>
          <a:xfrm>
            <a:off x="1855961" y="606582"/>
            <a:ext cx="0" cy="1810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7E9387-16DF-EEF1-863F-66CCEC86B677}"/>
              </a:ext>
            </a:extLst>
          </p:cNvPr>
          <p:cNvCxnSpPr/>
          <p:nvPr/>
        </p:nvCxnSpPr>
        <p:spPr>
          <a:xfrm>
            <a:off x="2625506" y="606582"/>
            <a:ext cx="0" cy="1810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AF5E7A1-CDCD-4F10-B735-DC070BF9F83A}"/>
              </a:ext>
            </a:extLst>
          </p:cNvPr>
          <p:cNvCxnSpPr/>
          <p:nvPr/>
        </p:nvCxnSpPr>
        <p:spPr>
          <a:xfrm>
            <a:off x="3286409" y="606582"/>
            <a:ext cx="0" cy="1810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19EE62D-6EC0-56C0-B676-9620314E880A}"/>
              </a:ext>
            </a:extLst>
          </p:cNvPr>
          <p:cNvCxnSpPr/>
          <p:nvPr/>
        </p:nvCxnSpPr>
        <p:spPr>
          <a:xfrm>
            <a:off x="3956366" y="606582"/>
            <a:ext cx="0" cy="1810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724767-2E64-C8C0-25CA-32B9F58DE03E}"/>
              </a:ext>
            </a:extLst>
          </p:cNvPr>
          <p:cNvCxnSpPr/>
          <p:nvPr/>
        </p:nvCxnSpPr>
        <p:spPr>
          <a:xfrm>
            <a:off x="4463361" y="606582"/>
            <a:ext cx="0" cy="1810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1B028AF-EDE9-19E1-FC35-7E4BCDF9DBE2}"/>
              </a:ext>
            </a:extLst>
          </p:cNvPr>
          <p:cNvSpPr/>
          <p:nvPr/>
        </p:nvSpPr>
        <p:spPr>
          <a:xfrm>
            <a:off x="742384" y="1050202"/>
            <a:ext cx="4155541" cy="31686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821BBA-AA17-4CB3-DCBB-08EEC76548E7}"/>
              </a:ext>
            </a:extLst>
          </p:cNvPr>
          <p:cNvSpPr/>
          <p:nvPr/>
        </p:nvSpPr>
        <p:spPr>
          <a:xfrm>
            <a:off x="742384" y="1493817"/>
            <a:ext cx="4155541" cy="31686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67B5B2-4D10-F137-1E77-2605E4947B3C}"/>
              </a:ext>
            </a:extLst>
          </p:cNvPr>
          <p:cNvSpPr/>
          <p:nvPr/>
        </p:nvSpPr>
        <p:spPr>
          <a:xfrm>
            <a:off x="742384" y="1955546"/>
            <a:ext cx="4155541" cy="31686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064733-A16F-70C3-E2B0-B96CD21885C3}"/>
              </a:ext>
            </a:extLst>
          </p:cNvPr>
          <p:cNvSpPr txBox="1"/>
          <p:nvPr/>
        </p:nvSpPr>
        <p:spPr>
          <a:xfrm>
            <a:off x="745403" y="215547"/>
            <a:ext cx="1119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Relational</a:t>
            </a:r>
            <a:endParaRPr lang="es-419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C6D4D5-3EAC-2CB6-6862-615A5AD87DA7}"/>
              </a:ext>
            </a:extLst>
          </p:cNvPr>
          <p:cNvSpPr/>
          <p:nvPr/>
        </p:nvSpPr>
        <p:spPr>
          <a:xfrm>
            <a:off x="6035643" y="606583"/>
            <a:ext cx="4300396" cy="8872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E9B15D0-163F-5372-13CD-D8F57E670075}"/>
              </a:ext>
            </a:extLst>
          </p:cNvPr>
          <p:cNvCxnSpPr/>
          <p:nvPr/>
        </p:nvCxnSpPr>
        <p:spPr>
          <a:xfrm>
            <a:off x="6035643" y="932507"/>
            <a:ext cx="43003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07A5F42-CA1F-6FF4-C1FB-1AB87797913C}"/>
              </a:ext>
            </a:extLst>
          </p:cNvPr>
          <p:cNvCxnSpPr>
            <a:cxnSpLocks/>
          </p:cNvCxnSpPr>
          <p:nvPr/>
        </p:nvCxnSpPr>
        <p:spPr>
          <a:xfrm>
            <a:off x="6515477" y="606582"/>
            <a:ext cx="0" cy="887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0B23E4F-478C-205B-0FDF-06011A2E2DD7}"/>
              </a:ext>
            </a:extLst>
          </p:cNvPr>
          <p:cNvCxnSpPr>
            <a:cxnSpLocks/>
          </p:cNvCxnSpPr>
          <p:nvPr/>
        </p:nvCxnSpPr>
        <p:spPr>
          <a:xfrm>
            <a:off x="7212594" y="606582"/>
            <a:ext cx="0" cy="887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AA9E28F-E08F-792F-E24A-8C7181B321B3}"/>
              </a:ext>
            </a:extLst>
          </p:cNvPr>
          <p:cNvCxnSpPr>
            <a:cxnSpLocks/>
          </p:cNvCxnSpPr>
          <p:nvPr/>
        </p:nvCxnSpPr>
        <p:spPr>
          <a:xfrm>
            <a:off x="7982139" y="606582"/>
            <a:ext cx="0" cy="887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5F61681-B1D9-E9AC-B6C9-385531CA7F7A}"/>
              </a:ext>
            </a:extLst>
          </p:cNvPr>
          <p:cNvCxnSpPr>
            <a:cxnSpLocks/>
          </p:cNvCxnSpPr>
          <p:nvPr/>
        </p:nvCxnSpPr>
        <p:spPr>
          <a:xfrm>
            <a:off x="8643042" y="606582"/>
            <a:ext cx="0" cy="887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B0DDB15-D624-A345-034A-A118F3D8C212}"/>
              </a:ext>
            </a:extLst>
          </p:cNvPr>
          <p:cNvCxnSpPr>
            <a:cxnSpLocks/>
          </p:cNvCxnSpPr>
          <p:nvPr/>
        </p:nvCxnSpPr>
        <p:spPr>
          <a:xfrm>
            <a:off x="9312999" y="606582"/>
            <a:ext cx="0" cy="887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92C5F61-A7E0-50F8-081B-6190FA881DDD}"/>
              </a:ext>
            </a:extLst>
          </p:cNvPr>
          <p:cNvCxnSpPr>
            <a:cxnSpLocks/>
          </p:cNvCxnSpPr>
          <p:nvPr/>
        </p:nvCxnSpPr>
        <p:spPr>
          <a:xfrm>
            <a:off x="9819994" y="606582"/>
            <a:ext cx="0" cy="887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893A5542-CFE9-3747-4B24-882A7152E402}"/>
              </a:ext>
            </a:extLst>
          </p:cNvPr>
          <p:cNvSpPr/>
          <p:nvPr/>
        </p:nvSpPr>
        <p:spPr>
          <a:xfrm>
            <a:off x="6099017" y="1050202"/>
            <a:ext cx="4155541" cy="31686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8EDC99-0457-2EF0-60D6-5E6E0B39932A}"/>
              </a:ext>
            </a:extLst>
          </p:cNvPr>
          <p:cNvSpPr/>
          <p:nvPr/>
        </p:nvSpPr>
        <p:spPr>
          <a:xfrm>
            <a:off x="6035643" y="1611511"/>
            <a:ext cx="2607399" cy="8872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0D7F28-85B7-BB20-AE44-72DBE33135D1}"/>
              </a:ext>
            </a:extLst>
          </p:cNvPr>
          <p:cNvCxnSpPr>
            <a:cxnSpLocks/>
          </p:cNvCxnSpPr>
          <p:nvPr/>
        </p:nvCxnSpPr>
        <p:spPr>
          <a:xfrm>
            <a:off x="6035643" y="1937435"/>
            <a:ext cx="2607399" cy="181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C21D4E9-718B-C347-F2EB-AA63F3E7CA6D}"/>
              </a:ext>
            </a:extLst>
          </p:cNvPr>
          <p:cNvCxnSpPr>
            <a:cxnSpLocks/>
          </p:cNvCxnSpPr>
          <p:nvPr/>
        </p:nvCxnSpPr>
        <p:spPr>
          <a:xfrm>
            <a:off x="6515477" y="1611510"/>
            <a:ext cx="0" cy="887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293B6DD-F5DB-24C8-0337-898B603D5EDA}"/>
              </a:ext>
            </a:extLst>
          </p:cNvPr>
          <p:cNvCxnSpPr>
            <a:cxnSpLocks/>
          </p:cNvCxnSpPr>
          <p:nvPr/>
        </p:nvCxnSpPr>
        <p:spPr>
          <a:xfrm>
            <a:off x="7212594" y="1611510"/>
            <a:ext cx="0" cy="887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87DC178-54CF-5305-839E-FDC56504C885}"/>
              </a:ext>
            </a:extLst>
          </p:cNvPr>
          <p:cNvCxnSpPr>
            <a:cxnSpLocks/>
          </p:cNvCxnSpPr>
          <p:nvPr/>
        </p:nvCxnSpPr>
        <p:spPr>
          <a:xfrm>
            <a:off x="7982139" y="1611510"/>
            <a:ext cx="0" cy="887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4E1578EA-0232-B195-3F4D-C8CB70F931A8}"/>
              </a:ext>
            </a:extLst>
          </p:cNvPr>
          <p:cNvSpPr/>
          <p:nvPr/>
        </p:nvSpPr>
        <p:spPr>
          <a:xfrm>
            <a:off x="6099017" y="2055130"/>
            <a:ext cx="2429347" cy="31686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9D9DA3-7553-335F-5D89-58B3D911487F}"/>
              </a:ext>
            </a:extLst>
          </p:cNvPr>
          <p:cNvSpPr txBox="1"/>
          <p:nvPr/>
        </p:nvSpPr>
        <p:spPr>
          <a:xfrm>
            <a:off x="5955740" y="215547"/>
            <a:ext cx="1582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Non-</a:t>
            </a:r>
            <a:r>
              <a:rPr lang="es-419" dirty="0" err="1"/>
              <a:t>Relational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942364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F92AAF6-7359-724D-A67A-97191F68A001}"/>
              </a:ext>
            </a:extLst>
          </p:cNvPr>
          <p:cNvSpPr/>
          <p:nvPr/>
        </p:nvSpPr>
        <p:spPr>
          <a:xfrm>
            <a:off x="679010" y="956566"/>
            <a:ext cx="4300396" cy="18106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FCE68B0-0518-5C3E-61CC-C33C37BE9AB0}"/>
              </a:ext>
            </a:extLst>
          </p:cNvPr>
          <p:cNvCxnSpPr/>
          <p:nvPr/>
        </p:nvCxnSpPr>
        <p:spPr>
          <a:xfrm>
            <a:off x="679010" y="1282491"/>
            <a:ext cx="43003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FE52A1-5323-418F-38B1-FCA766377458}"/>
              </a:ext>
            </a:extLst>
          </p:cNvPr>
          <p:cNvCxnSpPr/>
          <p:nvPr/>
        </p:nvCxnSpPr>
        <p:spPr>
          <a:xfrm>
            <a:off x="1158844" y="956566"/>
            <a:ext cx="0" cy="1810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5555ACD-CBE2-7437-F892-1CAAF14671DC}"/>
              </a:ext>
            </a:extLst>
          </p:cNvPr>
          <p:cNvCxnSpPr/>
          <p:nvPr/>
        </p:nvCxnSpPr>
        <p:spPr>
          <a:xfrm>
            <a:off x="1855961" y="956566"/>
            <a:ext cx="0" cy="1810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DB98C9-2211-DD67-6941-595F04ACAE30}"/>
              </a:ext>
            </a:extLst>
          </p:cNvPr>
          <p:cNvCxnSpPr/>
          <p:nvPr/>
        </p:nvCxnSpPr>
        <p:spPr>
          <a:xfrm>
            <a:off x="2625506" y="956566"/>
            <a:ext cx="0" cy="1810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EC3E158-7321-89BA-3298-9940C6A8C22A}"/>
              </a:ext>
            </a:extLst>
          </p:cNvPr>
          <p:cNvCxnSpPr/>
          <p:nvPr/>
        </p:nvCxnSpPr>
        <p:spPr>
          <a:xfrm>
            <a:off x="3286409" y="956566"/>
            <a:ext cx="0" cy="1810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7953B9-F639-4503-52EF-DA73F8ED7134}"/>
              </a:ext>
            </a:extLst>
          </p:cNvPr>
          <p:cNvCxnSpPr/>
          <p:nvPr/>
        </p:nvCxnSpPr>
        <p:spPr>
          <a:xfrm>
            <a:off x="3956366" y="956566"/>
            <a:ext cx="0" cy="1810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35E667-0969-63A5-4CDF-C4CCE99ABBE9}"/>
              </a:ext>
            </a:extLst>
          </p:cNvPr>
          <p:cNvCxnSpPr/>
          <p:nvPr/>
        </p:nvCxnSpPr>
        <p:spPr>
          <a:xfrm>
            <a:off x="4463361" y="956566"/>
            <a:ext cx="0" cy="1810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7A2EFEE-1DC8-75A5-74D6-7D42DF00181D}"/>
              </a:ext>
            </a:extLst>
          </p:cNvPr>
          <p:cNvSpPr/>
          <p:nvPr/>
        </p:nvSpPr>
        <p:spPr>
          <a:xfrm>
            <a:off x="742384" y="1400186"/>
            <a:ext cx="4155541" cy="31686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3F026A-43E2-3D09-3905-BA48B5C86BC0}"/>
              </a:ext>
            </a:extLst>
          </p:cNvPr>
          <p:cNvSpPr/>
          <p:nvPr/>
        </p:nvSpPr>
        <p:spPr>
          <a:xfrm>
            <a:off x="742384" y="1843801"/>
            <a:ext cx="4155541" cy="31686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ADBB0E-63EC-2358-29DF-D7129D611096}"/>
              </a:ext>
            </a:extLst>
          </p:cNvPr>
          <p:cNvSpPr/>
          <p:nvPr/>
        </p:nvSpPr>
        <p:spPr>
          <a:xfrm>
            <a:off x="742384" y="2305530"/>
            <a:ext cx="4155541" cy="31686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6E5EEB-60E7-A8F3-E7B2-36760FA4FB83}"/>
              </a:ext>
            </a:extLst>
          </p:cNvPr>
          <p:cNvSpPr txBox="1"/>
          <p:nvPr/>
        </p:nvSpPr>
        <p:spPr>
          <a:xfrm>
            <a:off x="751438" y="95656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Id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36D885-CBCA-193A-C1B9-1E477F4EAB22}"/>
              </a:ext>
            </a:extLst>
          </p:cNvPr>
          <p:cNvSpPr txBox="1"/>
          <p:nvPr/>
        </p:nvSpPr>
        <p:spPr>
          <a:xfrm>
            <a:off x="1157115" y="956566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Name</a:t>
            </a:r>
            <a:endParaRPr lang="es-419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90553E-867B-6432-D610-07E9273AD81C}"/>
              </a:ext>
            </a:extLst>
          </p:cNvPr>
          <p:cNvSpPr txBox="1"/>
          <p:nvPr/>
        </p:nvSpPr>
        <p:spPr>
          <a:xfrm>
            <a:off x="1189394" y="1383938"/>
            <a:ext cx="229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600" dirty="0"/>
              <a:t>A</a:t>
            </a:r>
          </a:p>
          <a:p>
            <a:r>
              <a:rPr lang="es-419" sz="600" dirty="0"/>
              <a:t>E</a:t>
            </a:r>
          </a:p>
          <a:p>
            <a:r>
              <a:rPr lang="es-419" sz="600" dirty="0"/>
              <a:t>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D623BD-EBA4-9309-52BD-54BE5BD63448}"/>
              </a:ext>
            </a:extLst>
          </p:cNvPr>
          <p:cNvSpPr/>
          <p:nvPr/>
        </p:nvSpPr>
        <p:spPr>
          <a:xfrm>
            <a:off x="1485028" y="1443592"/>
            <a:ext cx="259093" cy="7109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CB6F97-44DC-B0CF-134B-271F6560E8B0}"/>
              </a:ext>
            </a:extLst>
          </p:cNvPr>
          <p:cNvSpPr/>
          <p:nvPr/>
        </p:nvSpPr>
        <p:spPr>
          <a:xfrm>
            <a:off x="1485028" y="1540743"/>
            <a:ext cx="259093" cy="7109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7F1C20-CE66-1D0C-ECED-CE15F7A72284}"/>
              </a:ext>
            </a:extLst>
          </p:cNvPr>
          <p:cNvSpPr/>
          <p:nvPr/>
        </p:nvSpPr>
        <p:spPr>
          <a:xfrm>
            <a:off x="1485028" y="1629424"/>
            <a:ext cx="259093" cy="7109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D1D20E-4146-1F12-76F8-29023276E6CB}"/>
              </a:ext>
            </a:extLst>
          </p:cNvPr>
          <p:cNvSpPr/>
          <p:nvPr/>
        </p:nvSpPr>
        <p:spPr>
          <a:xfrm>
            <a:off x="1485028" y="1878969"/>
            <a:ext cx="259093" cy="7109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23C72E-41B6-A9D2-CBF8-5DF65827954D}"/>
              </a:ext>
            </a:extLst>
          </p:cNvPr>
          <p:cNvSpPr/>
          <p:nvPr/>
        </p:nvSpPr>
        <p:spPr>
          <a:xfrm>
            <a:off x="1485028" y="1976120"/>
            <a:ext cx="259093" cy="7109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7439FB-C4B8-6729-0C18-005760282D41}"/>
              </a:ext>
            </a:extLst>
          </p:cNvPr>
          <p:cNvSpPr/>
          <p:nvPr/>
        </p:nvSpPr>
        <p:spPr>
          <a:xfrm>
            <a:off x="1485028" y="2064801"/>
            <a:ext cx="259093" cy="7109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FFA8A2-C2D8-9ED3-0DDD-F896AE2C16BF}"/>
              </a:ext>
            </a:extLst>
          </p:cNvPr>
          <p:cNvSpPr/>
          <p:nvPr/>
        </p:nvSpPr>
        <p:spPr>
          <a:xfrm>
            <a:off x="1485028" y="2329590"/>
            <a:ext cx="259093" cy="7109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612CF0-729F-B633-C8BC-3FF040BA4875}"/>
              </a:ext>
            </a:extLst>
          </p:cNvPr>
          <p:cNvSpPr/>
          <p:nvPr/>
        </p:nvSpPr>
        <p:spPr>
          <a:xfrm>
            <a:off x="1485028" y="2426741"/>
            <a:ext cx="259093" cy="7109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4A96EA-D169-71EA-A61A-30BE1846EDA0}"/>
              </a:ext>
            </a:extLst>
          </p:cNvPr>
          <p:cNvSpPr/>
          <p:nvPr/>
        </p:nvSpPr>
        <p:spPr>
          <a:xfrm>
            <a:off x="1485028" y="2515422"/>
            <a:ext cx="259093" cy="7109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C2E399-FF58-5256-5756-109D721DD458}"/>
              </a:ext>
            </a:extLst>
          </p:cNvPr>
          <p:cNvSpPr txBox="1"/>
          <p:nvPr/>
        </p:nvSpPr>
        <p:spPr>
          <a:xfrm>
            <a:off x="796965" y="1373954"/>
            <a:ext cx="223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600" dirty="0"/>
              <a:t>1</a:t>
            </a:r>
          </a:p>
          <a:p>
            <a:r>
              <a:rPr lang="es-419" sz="600" dirty="0"/>
              <a:t>2</a:t>
            </a:r>
          </a:p>
          <a:p>
            <a:r>
              <a:rPr lang="es-419" sz="6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A892A7-B82E-9854-BFFA-9C8D8C919361}"/>
              </a:ext>
            </a:extLst>
          </p:cNvPr>
          <p:cNvSpPr txBox="1"/>
          <p:nvPr/>
        </p:nvSpPr>
        <p:spPr>
          <a:xfrm>
            <a:off x="796965" y="1834748"/>
            <a:ext cx="223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600" dirty="0"/>
              <a:t>4</a:t>
            </a:r>
          </a:p>
          <a:p>
            <a:r>
              <a:rPr lang="es-419" sz="600" dirty="0"/>
              <a:t>5</a:t>
            </a:r>
          </a:p>
          <a:p>
            <a:r>
              <a:rPr lang="es-419" sz="6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2BA8CC-032C-5573-4264-F1DA2CC1A23A}"/>
              </a:ext>
            </a:extLst>
          </p:cNvPr>
          <p:cNvSpPr txBox="1"/>
          <p:nvPr/>
        </p:nvSpPr>
        <p:spPr>
          <a:xfrm>
            <a:off x="796965" y="2285692"/>
            <a:ext cx="223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600" dirty="0"/>
              <a:t>7</a:t>
            </a:r>
          </a:p>
          <a:p>
            <a:r>
              <a:rPr lang="es-419" sz="600" dirty="0"/>
              <a:t>8</a:t>
            </a:r>
          </a:p>
          <a:p>
            <a:r>
              <a:rPr lang="es-419" sz="6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936BD7-F631-09FD-5F62-B641DA0DCF0F}"/>
              </a:ext>
            </a:extLst>
          </p:cNvPr>
          <p:cNvSpPr txBox="1"/>
          <p:nvPr/>
        </p:nvSpPr>
        <p:spPr>
          <a:xfrm>
            <a:off x="1189394" y="1834748"/>
            <a:ext cx="232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600" dirty="0"/>
              <a:t>C</a:t>
            </a:r>
          </a:p>
          <a:p>
            <a:r>
              <a:rPr lang="es-419" sz="600" dirty="0"/>
              <a:t>D</a:t>
            </a:r>
          </a:p>
          <a:p>
            <a:r>
              <a:rPr lang="es-419" sz="600" dirty="0"/>
              <a:t>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D6A03D-18C5-003F-FAD6-32C89B588A26}"/>
              </a:ext>
            </a:extLst>
          </p:cNvPr>
          <p:cNvSpPr txBox="1"/>
          <p:nvPr/>
        </p:nvSpPr>
        <p:spPr>
          <a:xfrm>
            <a:off x="1189394" y="2298884"/>
            <a:ext cx="229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600" dirty="0"/>
              <a:t>E</a:t>
            </a:r>
          </a:p>
          <a:p>
            <a:r>
              <a:rPr lang="es-419" sz="600" dirty="0"/>
              <a:t>A</a:t>
            </a:r>
          </a:p>
          <a:p>
            <a:r>
              <a:rPr lang="es-419" sz="600" dirty="0"/>
              <a:t>C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9AA9ED6-9229-C402-5992-DEE140904058}"/>
              </a:ext>
            </a:extLst>
          </p:cNvPr>
          <p:cNvSpPr/>
          <p:nvPr/>
        </p:nvSpPr>
        <p:spPr>
          <a:xfrm>
            <a:off x="6924821" y="956566"/>
            <a:ext cx="1176951" cy="18106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EB05048-C378-7D89-6C4B-3E32F5155FF9}"/>
              </a:ext>
            </a:extLst>
          </p:cNvPr>
          <p:cNvCxnSpPr>
            <a:cxnSpLocks/>
          </p:cNvCxnSpPr>
          <p:nvPr/>
        </p:nvCxnSpPr>
        <p:spPr>
          <a:xfrm>
            <a:off x="6924821" y="1282491"/>
            <a:ext cx="11769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9BED952-EC46-27FB-F2AB-FD507A34B76B}"/>
              </a:ext>
            </a:extLst>
          </p:cNvPr>
          <p:cNvCxnSpPr/>
          <p:nvPr/>
        </p:nvCxnSpPr>
        <p:spPr>
          <a:xfrm>
            <a:off x="7404655" y="956566"/>
            <a:ext cx="0" cy="1810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EB88AAA-5CCB-59CD-0166-7278A68B02B7}"/>
              </a:ext>
            </a:extLst>
          </p:cNvPr>
          <p:cNvCxnSpPr/>
          <p:nvPr/>
        </p:nvCxnSpPr>
        <p:spPr>
          <a:xfrm>
            <a:off x="8101772" y="956566"/>
            <a:ext cx="0" cy="1810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2B16F085-58C1-E349-45BC-C65D6CE31328}"/>
              </a:ext>
            </a:extLst>
          </p:cNvPr>
          <p:cNvSpPr/>
          <p:nvPr/>
        </p:nvSpPr>
        <p:spPr>
          <a:xfrm>
            <a:off x="6988196" y="1400186"/>
            <a:ext cx="1024122" cy="31686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97252FE-0D88-88D7-42A3-34D95D3D937E}"/>
              </a:ext>
            </a:extLst>
          </p:cNvPr>
          <p:cNvSpPr/>
          <p:nvPr/>
        </p:nvSpPr>
        <p:spPr>
          <a:xfrm>
            <a:off x="6988196" y="1843801"/>
            <a:ext cx="1024122" cy="31686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C32ED3F-9CE4-6302-EDB1-06911EECB748}"/>
              </a:ext>
            </a:extLst>
          </p:cNvPr>
          <p:cNvSpPr/>
          <p:nvPr/>
        </p:nvSpPr>
        <p:spPr>
          <a:xfrm>
            <a:off x="6988196" y="2305530"/>
            <a:ext cx="1024122" cy="31686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BBE122-C034-8176-EB54-8872E1667183}"/>
              </a:ext>
            </a:extLst>
          </p:cNvPr>
          <p:cNvSpPr txBox="1"/>
          <p:nvPr/>
        </p:nvSpPr>
        <p:spPr>
          <a:xfrm>
            <a:off x="6997249" y="95656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Id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84A45F-82DF-B59D-33E9-80F56A54B20B}"/>
              </a:ext>
            </a:extLst>
          </p:cNvPr>
          <p:cNvSpPr txBox="1"/>
          <p:nvPr/>
        </p:nvSpPr>
        <p:spPr>
          <a:xfrm>
            <a:off x="7404655" y="956566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Name</a:t>
            </a:r>
            <a:endParaRPr lang="es-419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B816F0C-9A36-E2D8-B49B-6CD599191DF2}"/>
              </a:ext>
            </a:extLst>
          </p:cNvPr>
          <p:cNvSpPr txBox="1"/>
          <p:nvPr/>
        </p:nvSpPr>
        <p:spPr>
          <a:xfrm>
            <a:off x="7448354" y="135492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BD77C08-FA91-0323-7950-0F72C9DBD6B3}"/>
              </a:ext>
            </a:extLst>
          </p:cNvPr>
          <p:cNvSpPr txBox="1"/>
          <p:nvPr/>
        </p:nvSpPr>
        <p:spPr>
          <a:xfrm>
            <a:off x="7448354" y="181664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C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B7DA5BC-3014-B9FC-E40A-4523E7173F3B}"/>
              </a:ext>
            </a:extLst>
          </p:cNvPr>
          <p:cNvSpPr txBox="1"/>
          <p:nvPr/>
        </p:nvSpPr>
        <p:spPr>
          <a:xfrm>
            <a:off x="7448354" y="2285692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337B4A8-6070-0E8B-941A-8DE70FFA0E13}"/>
              </a:ext>
            </a:extLst>
          </p:cNvPr>
          <p:cNvSpPr/>
          <p:nvPr/>
        </p:nvSpPr>
        <p:spPr>
          <a:xfrm>
            <a:off x="7713133" y="1430319"/>
            <a:ext cx="259093" cy="7109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D769E4E-BAE8-EC09-33BC-87B862CC6462}"/>
              </a:ext>
            </a:extLst>
          </p:cNvPr>
          <p:cNvSpPr/>
          <p:nvPr/>
        </p:nvSpPr>
        <p:spPr>
          <a:xfrm>
            <a:off x="7713133" y="1527470"/>
            <a:ext cx="259093" cy="7109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F9B5A19-D689-7384-624D-46418C2F1C41}"/>
              </a:ext>
            </a:extLst>
          </p:cNvPr>
          <p:cNvSpPr/>
          <p:nvPr/>
        </p:nvSpPr>
        <p:spPr>
          <a:xfrm>
            <a:off x="7713133" y="1878969"/>
            <a:ext cx="259093" cy="7109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A1198A9-3497-3733-891F-262E906F28B7}"/>
              </a:ext>
            </a:extLst>
          </p:cNvPr>
          <p:cNvSpPr/>
          <p:nvPr/>
        </p:nvSpPr>
        <p:spPr>
          <a:xfrm>
            <a:off x="7713133" y="1976120"/>
            <a:ext cx="259093" cy="7109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4816A73-268D-78E2-08D0-BF41CACE504E}"/>
              </a:ext>
            </a:extLst>
          </p:cNvPr>
          <p:cNvSpPr/>
          <p:nvPr/>
        </p:nvSpPr>
        <p:spPr>
          <a:xfrm>
            <a:off x="7713133" y="2344983"/>
            <a:ext cx="259093" cy="7109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2A8BF24-1AB2-6E77-8525-C7AD9F4F2003}"/>
              </a:ext>
            </a:extLst>
          </p:cNvPr>
          <p:cNvSpPr/>
          <p:nvPr/>
        </p:nvSpPr>
        <p:spPr>
          <a:xfrm>
            <a:off x="7713133" y="2442134"/>
            <a:ext cx="259093" cy="7109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3C44A57-D156-786A-1784-DEC30A2B8386}"/>
              </a:ext>
            </a:extLst>
          </p:cNvPr>
          <p:cNvSpPr/>
          <p:nvPr/>
        </p:nvSpPr>
        <p:spPr>
          <a:xfrm>
            <a:off x="7713133" y="2530815"/>
            <a:ext cx="259093" cy="7109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D568D06-0EF1-83D1-E193-F3012F399B98}"/>
              </a:ext>
            </a:extLst>
          </p:cNvPr>
          <p:cNvSpPr txBox="1"/>
          <p:nvPr/>
        </p:nvSpPr>
        <p:spPr>
          <a:xfrm>
            <a:off x="7074475" y="1373954"/>
            <a:ext cx="2231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600" dirty="0"/>
              <a:t>1</a:t>
            </a:r>
          </a:p>
          <a:p>
            <a:r>
              <a:rPr lang="es-419" sz="6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7912F05-270D-6BB8-7A30-2C32365E73AF}"/>
              </a:ext>
            </a:extLst>
          </p:cNvPr>
          <p:cNvSpPr txBox="1"/>
          <p:nvPr/>
        </p:nvSpPr>
        <p:spPr>
          <a:xfrm>
            <a:off x="7100710" y="1857368"/>
            <a:ext cx="2231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600" dirty="0"/>
              <a:t>4</a:t>
            </a:r>
          </a:p>
          <a:p>
            <a:r>
              <a:rPr lang="es-419" sz="6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04BFA6-80D5-9627-9D44-44CE7ECC4AED}"/>
              </a:ext>
            </a:extLst>
          </p:cNvPr>
          <p:cNvSpPr txBox="1"/>
          <p:nvPr/>
        </p:nvSpPr>
        <p:spPr>
          <a:xfrm>
            <a:off x="7100710" y="2285692"/>
            <a:ext cx="223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600" dirty="0"/>
              <a:t>2</a:t>
            </a:r>
          </a:p>
          <a:p>
            <a:r>
              <a:rPr lang="es-419" sz="600" dirty="0"/>
              <a:t>6</a:t>
            </a:r>
          </a:p>
          <a:p>
            <a:r>
              <a:rPr lang="es-419" sz="600" dirty="0"/>
              <a:t>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5E15B53-31B3-14E1-74A7-36C77B280978}"/>
              </a:ext>
            </a:extLst>
          </p:cNvPr>
          <p:cNvSpPr/>
          <p:nvPr/>
        </p:nvSpPr>
        <p:spPr>
          <a:xfrm>
            <a:off x="8319054" y="956566"/>
            <a:ext cx="1176951" cy="18106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9FA7235-EA02-7989-011A-BDFB6B540F93}"/>
              </a:ext>
            </a:extLst>
          </p:cNvPr>
          <p:cNvCxnSpPr>
            <a:cxnSpLocks/>
          </p:cNvCxnSpPr>
          <p:nvPr/>
        </p:nvCxnSpPr>
        <p:spPr>
          <a:xfrm>
            <a:off x="8319054" y="1282491"/>
            <a:ext cx="11769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C102649-112F-68F6-2251-D06FBF6A23B8}"/>
              </a:ext>
            </a:extLst>
          </p:cNvPr>
          <p:cNvCxnSpPr/>
          <p:nvPr/>
        </p:nvCxnSpPr>
        <p:spPr>
          <a:xfrm>
            <a:off x="8798888" y="956566"/>
            <a:ext cx="0" cy="1810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5DE4DEF-CFCD-DF5D-C004-E647C11EF3D6}"/>
              </a:ext>
            </a:extLst>
          </p:cNvPr>
          <p:cNvCxnSpPr/>
          <p:nvPr/>
        </p:nvCxnSpPr>
        <p:spPr>
          <a:xfrm>
            <a:off x="9496005" y="956566"/>
            <a:ext cx="0" cy="1810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717F2A8B-6543-3681-CADB-3E182B59E05C}"/>
              </a:ext>
            </a:extLst>
          </p:cNvPr>
          <p:cNvSpPr/>
          <p:nvPr/>
        </p:nvSpPr>
        <p:spPr>
          <a:xfrm>
            <a:off x="8382429" y="1400186"/>
            <a:ext cx="1024122" cy="31686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015CF61-5160-3420-562D-3473D08C5804}"/>
              </a:ext>
            </a:extLst>
          </p:cNvPr>
          <p:cNvSpPr/>
          <p:nvPr/>
        </p:nvSpPr>
        <p:spPr>
          <a:xfrm>
            <a:off x="8382429" y="1843801"/>
            <a:ext cx="1024122" cy="31686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F3382A6-5591-6DEB-D6AA-6C53D0AF4CB5}"/>
              </a:ext>
            </a:extLst>
          </p:cNvPr>
          <p:cNvSpPr/>
          <p:nvPr/>
        </p:nvSpPr>
        <p:spPr>
          <a:xfrm>
            <a:off x="8382429" y="2305530"/>
            <a:ext cx="1024122" cy="31686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14F4ECA-F7EB-8687-6F45-0C9AAFEEA7A4}"/>
              </a:ext>
            </a:extLst>
          </p:cNvPr>
          <p:cNvSpPr txBox="1"/>
          <p:nvPr/>
        </p:nvSpPr>
        <p:spPr>
          <a:xfrm>
            <a:off x="8391482" y="95656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Id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9852438-B695-83D5-373F-EA18E4AD50BE}"/>
              </a:ext>
            </a:extLst>
          </p:cNvPr>
          <p:cNvSpPr txBox="1"/>
          <p:nvPr/>
        </p:nvSpPr>
        <p:spPr>
          <a:xfrm>
            <a:off x="8798888" y="956566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Name</a:t>
            </a:r>
            <a:endParaRPr lang="es-419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B0D8438-DCFF-69E8-027D-1775032F3FC2}"/>
              </a:ext>
            </a:extLst>
          </p:cNvPr>
          <p:cNvSpPr txBox="1"/>
          <p:nvPr/>
        </p:nvSpPr>
        <p:spPr>
          <a:xfrm>
            <a:off x="8842587" y="135492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A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5BE2237-7C1D-8567-965A-31A9D8AF1AC3}"/>
              </a:ext>
            </a:extLst>
          </p:cNvPr>
          <p:cNvSpPr txBox="1"/>
          <p:nvPr/>
        </p:nvSpPr>
        <p:spPr>
          <a:xfrm>
            <a:off x="8842587" y="181664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E753095-BEB4-A8B9-0093-20F1027ACFA1}"/>
              </a:ext>
            </a:extLst>
          </p:cNvPr>
          <p:cNvSpPr txBox="1"/>
          <p:nvPr/>
        </p:nvSpPr>
        <p:spPr>
          <a:xfrm>
            <a:off x="8842587" y="2285692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C78343A-F6F1-D83C-63B5-0FD2930B9AD5}"/>
              </a:ext>
            </a:extLst>
          </p:cNvPr>
          <p:cNvSpPr/>
          <p:nvPr/>
        </p:nvSpPr>
        <p:spPr>
          <a:xfrm>
            <a:off x="9107366" y="1430319"/>
            <a:ext cx="259093" cy="7109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DC8FD74-5A20-BC1D-EEFF-9C22E4A79393}"/>
              </a:ext>
            </a:extLst>
          </p:cNvPr>
          <p:cNvSpPr/>
          <p:nvPr/>
        </p:nvSpPr>
        <p:spPr>
          <a:xfrm>
            <a:off x="9107366" y="1527470"/>
            <a:ext cx="259093" cy="7109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46FCCEC-DBCE-4991-C286-467B5155677A}"/>
              </a:ext>
            </a:extLst>
          </p:cNvPr>
          <p:cNvSpPr/>
          <p:nvPr/>
        </p:nvSpPr>
        <p:spPr>
          <a:xfrm>
            <a:off x="9107366" y="1878969"/>
            <a:ext cx="259093" cy="7109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8CA1A43-C114-E9A3-DEEB-3F9457AD1A75}"/>
              </a:ext>
            </a:extLst>
          </p:cNvPr>
          <p:cNvSpPr/>
          <p:nvPr/>
        </p:nvSpPr>
        <p:spPr>
          <a:xfrm>
            <a:off x="9107366" y="1976120"/>
            <a:ext cx="259093" cy="7109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21F8A00-CE21-C18A-7FBC-B26C2BC6DD79}"/>
              </a:ext>
            </a:extLst>
          </p:cNvPr>
          <p:cNvSpPr/>
          <p:nvPr/>
        </p:nvSpPr>
        <p:spPr>
          <a:xfrm>
            <a:off x="9107366" y="2344983"/>
            <a:ext cx="259093" cy="7109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6A036B3-E7C4-E4BD-93E7-9AD388782E96}"/>
              </a:ext>
            </a:extLst>
          </p:cNvPr>
          <p:cNvSpPr/>
          <p:nvPr/>
        </p:nvSpPr>
        <p:spPr>
          <a:xfrm>
            <a:off x="9107366" y="2442134"/>
            <a:ext cx="259093" cy="7109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C55B629-2706-DEC1-5A07-A1B4BB28064A}"/>
              </a:ext>
            </a:extLst>
          </p:cNvPr>
          <p:cNvSpPr/>
          <p:nvPr/>
        </p:nvSpPr>
        <p:spPr>
          <a:xfrm>
            <a:off x="9107366" y="2530815"/>
            <a:ext cx="259093" cy="7109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90AA0CC-DE17-BEF5-20BC-134B6D42AC5C}"/>
              </a:ext>
            </a:extLst>
          </p:cNvPr>
          <p:cNvSpPr txBox="1"/>
          <p:nvPr/>
        </p:nvSpPr>
        <p:spPr>
          <a:xfrm>
            <a:off x="8468708" y="1373954"/>
            <a:ext cx="2231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600" dirty="0"/>
              <a:t>1</a:t>
            </a:r>
          </a:p>
          <a:p>
            <a:r>
              <a:rPr lang="es-419" sz="6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4C2784C-6C2C-EB57-3C74-05930057251F}"/>
              </a:ext>
            </a:extLst>
          </p:cNvPr>
          <p:cNvSpPr txBox="1"/>
          <p:nvPr/>
        </p:nvSpPr>
        <p:spPr>
          <a:xfrm>
            <a:off x="8494943" y="1857368"/>
            <a:ext cx="2231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600" dirty="0"/>
              <a:t>4</a:t>
            </a:r>
          </a:p>
          <a:p>
            <a:r>
              <a:rPr lang="es-419" sz="6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7694BD4-B896-CF8F-7EC6-76876C37A02D}"/>
              </a:ext>
            </a:extLst>
          </p:cNvPr>
          <p:cNvSpPr txBox="1"/>
          <p:nvPr/>
        </p:nvSpPr>
        <p:spPr>
          <a:xfrm>
            <a:off x="8494943" y="2285692"/>
            <a:ext cx="223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600" dirty="0"/>
              <a:t>2</a:t>
            </a:r>
          </a:p>
          <a:p>
            <a:r>
              <a:rPr lang="es-419" sz="600" dirty="0"/>
              <a:t>6</a:t>
            </a:r>
          </a:p>
          <a:p>
            <a:r>
              <a:rPr lang="es-419" sz="600" dirty="0"/>
              <a:t>7</a:t>
            </a: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79ADF08D-C35F-DF17-3DB2-6CAFC51641A2}"/>
              </a:ext>
            </a:extLst>
          </p:cNvPr>
          <p:cNvSpPr/>
          <p:nvPr/>
        </p:nvSpPr>
        <p:spPr>
          <a:xfrm>
            <a:off x="2190939" y="2919742"/>
            <a:ext cx="760489" cy="896293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67F07E8-0DCD-7722-5A13-20243E6B6890}"/>
              </a:ext>
            </a:extLst>
          </p:cNvPr>
          <p:cNvSpPr/>
          <p:nvPr/>
        </p:nvSpPr>
        <p:spPr>
          <a:xfrm>
            <a:off x="2308631" y="4037846"/>
            <a:ext cx="2516865" cy="1769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7723392-C951-87E0-694E-75C4FE8C76EF}"/>
              </a:ext>
            </a:extLst>
          </p:cNvPr>
          <p:cNvSpPr/>
          <p:nvPr/>
        </p:nvSpPr>
        <p:spPr>
          <a:xfrm>
            <a:off x="832919" y="4037846"/>
            <a:ext cx="1285592" cy="1769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3ADB6D7-23B5-444B-C452-42C4D68AEB3B}"/>
              </a:ext>
            </a:extLst>
          </p:cNvPr>
          <p:cNvSpPr txBox="1"/>
          <p:nvPr/>
        </p:nvSpPr>
        <p:spPr>
          <a:xfrm>
            <a:off x="907106" y="4123957"/>
            <a:ext cx="99257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Insert</a:t>
            </a:r>
            <a:endParaRPr lang="es-419" sz="1100" dirty="0"/>
          </a:p>
          <a:p>
            <a:r>
              <a:rPr lang="es-419" sz="1100" dirty="0" err="1"/>
              <a:t>Update</a:t>
            </a:r>
            <a:r>
              <a:rPr lang="es-419" sz="1100" dirty="0"/>
              <a:t> </a:t>
            </a:r>
            <a:r>
              <a:rPr lang="es-419" sz="1100" dirty="0" err="1"/>
              <a:t>FieldA</a:t>
            </a:r>
            <a:endParaRPr lang="es-419" sz="1100" dirty="0"/>
          </a:p>
          <a:p>
            <a:r>
              <a:rPr lang="es-419" sz="1100" dirty="0" err="1"/>
              <a:t>Update</a:t>
            </a:r>
            <a:r>
              <a:rPr lang="es-419" sz="1100" dirty="0"/>
              <a:t> </a:t>
            </a:r>
            <a:r>
              <a:rPr lang="es-419" sz="1100" dirty="0" err="1"/>
              <a:t>FieldB</a:t>
            </a:r>
            <a:endParaRPr lang="es-419" sz="11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DE2B29B-A26B-CAF2-D6C8-A6280A2CE7F4}"/>
              </a:ext>
            </a:extLst>
          </p:cNvPr>
          <p:cNvSpPr txBox="1"/>
          <p:nvPr/>
        </p:nvSpPr>
        <p:spPr>
          <a:xfrm>
            <a:off x="832919" y="3568925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Log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BE25677-512F-DF39-EE39-83BD763B4E4A}"/>
              </a:ext>
            </a:extLst>
          </p:cNvPr>
          <p:cNvSpPr txBox="1"/>
          <p:nvPr/>
        </p:nvSpPr>
        <p:spPr>
          <a:xfrm>
            <a:off x="2969535" y="3568925"/>
            <a:ext cx="924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Physical</a:t>
            </a:r>
            <a:endParaRPr lang="es-419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FFAF281-663F-C607-1615-EBD05D043FCC}"/>
              </a:ext>
            </a:extLst>
          </p:cNvPr>
          <p:cNvSpPr txBox="1"/>
          <p:nvPr/>
        </p:nvSpPr>
        <p:spPr>
          <a:xfrm>
            <a:off x="639474" y="3266564"/>
            <a:ext cx="1216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Production</a:t>
            </a:r>
            <a:endParaRPr lang="es-419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5D97DE2-1283-B41B-D507-70A98509BA2E}"/>
              </a:ext>
            </a:extLst>
          </p:cNvPr>
          <p:cNvSpPr/>
          <p:nvPr/>
        </p:nvSpPr>
        <p:spPr>
          <a:xfrm>
            <a:off x="679010" y="3938257"/>
            <a:ext cx="4300393" cy="19872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BC57688-1A8A-29B0-D6F9-5ADF7859C26F}"/>
              </a:ext>
            </a:extLst>
          </p:cNvPr>
          <p:cNvSpPr/>
          <p:nvPr/>
        </p:nvSpPr>
        <p:spPr>
          <a:xfrm>
            <a:off x="2308631" y="4037846"/>
            <a:ext cx="2516865" cy="1769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4DB18738-A370-6BF4-FB1F-E5D83E6CCD9C}"/>
              </a:ext>
            </a:extLst>
          </p:cNvPr>
          <p:cNvSpPr/>
          <p:nvPr/>
        </p:nvSpPr>
        <p:spPr>
          <a:xfrm>
            <a:off x="2489703" y="4218915"/>
            <a:ext cx="959667" cy="20823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619384C2-BB79-E2F2-D07C-ABEB17DF1D3A}"/>
              </a:ext>
            </a:extLst>
          </p:cNvPr>
          <p:cNvSpPr/>
          <p:nvPr/>
        </p:nvSpPr>
        <p:spPr>
          <a:xfrm>
            <a:off x="2489703" y="4504099"/>
            <a:ext cx="959667" cy="20823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D0E78FE6-6972-16AC-C247-CD9BE84A4947}"/>
              </a:ext>
            </a:extLst>
          </p:cNvPr>
          <p:cNvSpPr/>
          <p:nvPr/>
        </p:nvSpPr>
        <p:spPr>
          <a:xfrm>
            <a:off x="2489702" y="5078996"/>
            <a:ext cx="959667" cy="20823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A268D3D1-9EEF-9166-BC16-2FDE6790D170}"/>
              </a:ext>
            </a:extLst>
          </p:cNvPr>
          <p:cNvSpPr/>
          <p:nvPr/>
        </p:nvSpPr>
        <p:spPr>
          <a:xfrm>
            <a:off x="2480650" y="4789283"/>
            <a:ext cx="959667" cy="20823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AC3A9A8-5507-2F41-39AD-630898C954BD}"/>
              </a:ext>
            </a:extLst>
          </p:cNvPr>
          <p:cNvCxnSpPr/>
          <p:nvPr/>
        </p:nvCxnSpPr>
        <p:spPr>
          <a:xfrm flipV="1">
            <a:off x="1899685" y="4323030"/>
            <a:ext cx="590018" cy="101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FA561169-7FC8-3739-C285-F950F11A7E9F}"/>
              </a:ext>
            </a:extLst>
          </p:cNvPr>
          <p:cNvSpPr txBox="1"/>
          <p:nvPr/>
        </p:nvSpPr>
        <p:spPr>
          <a:xfrm>
            <a:off x="228600" y="201120"/>
            <a:ext cx="5025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RDBMS (</a:t>
            </a:r>
            <a:r>
              <a:rPr lang="es-419" dirty="0" err="1"/>
              <a:t>Realtional</a:t>
            </a:r>
            <a:r>
              <a:rPr lang="es-419" dirty="0"/>
              <a:t> Data Base Management </a:t>
            </a:r>
            <a:r>
              <a:rPr lang="es-419" dirty="0" err="1"/>
              <a:t>System</a:t>
            </a:r>
            <a:r>
              <a:rPr lang="es-419" dirty="0"/>
              <a:t>)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2975108-37F9-DA40-CA80-D96C9D1D4E8D}"/>
              </a:ext>
            </a:extLst>
          </p:cNvPr>
          <p:cNvSpPr/>
          <p:nvPr/>
        </p:nvSpPr>
        <p:spPr>
          <a:xfrm>
            <a:off x="228600" y="190500"/>
            <a:ext cx="9867900" cy="61051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001336C-2CEB-719C-9A18-4DD248D2A67F}"/>
              </a:ext>
            </a:extLst>
          </p:cNvPr>
          <p:cNvSpPr txBox="1"/>
          <p:nvPr/>
        </p:nvSpPr>
        <p:spPr>
          <a:xfrm>
            <a:off x="10553700" y="561975"/>
            <a:ext cx="11976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Oracle</a:t>
            </a:r>
          </a:p>
          <a:p>
            <a:r>
              <a:rPr lang="es-419" dirty="0"/>
              <a:t>SQL Server</a:t>
            </a:r>
          </a:p>
          <a:p>
            <a:r>
              <a:rPr lang="es-419" dirty="0" err="1"/>
              <a:t>Postgres</a:t>
            </a:r>
            <a:endParaRPr lang="es-419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2ED19E1-5918-229B-CCC7-432020511B3A}"/>
              </a:ext>
            </a:extLst>
          </p:cNvPr>
          <p:cNvSpPr txBox="1"/>
          <p:nvPr/>
        </p:nvSpPr>
        <p:spPr>
          <a:xfrm>
            <a:off x="5187635" y="912289"/>
            <a:ext cx="1528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 err="1"/>
              <a:t>Custered</a:t>
            </a:r>
            <a:endParaRPr lang="es-419" dirty="0"/>
          </a:p>
          <a:p>
            <a:r>
              <a:rPr lang="es-419" dirty="0"/>
              <a:t>Non </a:t>
            </a:r>
            <a:r>
              <a:rPr lang="es-419" dirty="0" err="1"/>
              <a:t>Clustered</a:t>
            </a:r>
            <a:endParaRPr lang="es-419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037B495-D689-290B-4434-16D2F487AD84}"/>
              </a:ext>
            </a:extLst>
          </p:cNvPr>
          <p:cNvSpPr txBox="1"/>
          <p:nvPr/>
        </p:nvSpPr>
        <p:spPr>
          <a:xfrm>
            <a:off x="5343525" y="2442134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DML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64A79DC1-E36C-A822-D9CA-D73E9B2BCFCC}"/>
              </a:ext>
            </a:extLst>
          </p:cNvPr>
          <p:cNvCxnSpPr>
            <a:stCxn id="94" idx="1"/>
          </p:cNvCxnSpPr>
          <p:nvPr/>
        </p:nvCxnSpPr>
        <p:spPr>
          <a:xfrm flipH="1" flipV="1">
            <a:off x="4897925" y="2002235"/>
            <a:ext cx="445600" cy="624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7E83165C-A9EE-CC0C-DB76-E4AF5B99D2C3}"/>
              </a:ext>
            </a:extLst>
          </p:cNvPr>
          <p:cNvSpPr txBox="1"/>
          <p:nvPr/>
        </p:nvSpPr>
        <p:spPr>
          <a:xfrm>
            <a:off x="5343525" y="2897232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DDL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8245AF1D-9A05-D6C3-8127-730E6A7BCE66}"/>
              </a:ext>
            </a:extLst>
          </p:cNvPr>
          <p:cNvCxnSpPr>
            <a:stCxn id="96" idx="1"/>
          </p:cNvCxnSpPr>
          <p:nvPr/>
        </p:nvCxnSpPr>
        <p:spPr>
          <a:xfrm flipH="1" flipV="1">
            <a:off x="4619625" y="2767259"/>
            <a:ext cx="723900" cy="314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Scroll: Vertical 97">
            <a:extLst>
              <a:ext uri="{FF2B5EF4-FFF2-40B4-BE49-F238E27FC236}">
                <a16:creationId xmlns:a16="http://schemas.microsoft.com/office/drawing/2014/main" id="{3101D834-C3B5-D256-4DF2-4E917CB7D767}"/>
              </a:ext>
            </a:extLst>
          </p:cNvPr>
          <p:cNvSpPr/>
          <p:nvPr/>
        </p:nvSpPr>
        <p:spPr>
          <a:xfrm>
            <a:off x="6353175" y="3243097"/>
            <a:ext cx="1176950" cy="1338428"/>
          </a:xfrm>
          <a:prstGeom prst="verticalScroll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solidFill>
                  <a:schemeClr val="tx1"/>
                </a:solidFill>
              </a:rPr>
              <a:t>SP</a:t>
            </a:r>
          </a:p>
        </p:txBody>
      </p:sp>
    </p:spTree>
    <p:extLst>
      <p:ext uri="{BB962C8B-B14F-4D97-AF65-F5344CB8AC3E}">
        <p14:creationId xmlns:p14="http://schemas.microsoft.com/office/powerpoint/2010/main" val="2714580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38F743-1E3C-9D57-8E33-3E8F0ADF72B1}"/>
              </a:ext>
            </a:extLst>
          </p:cNvPr>
          <p:cNvSpPr/>
          <p:nvPr/>
        </p:nvSpPr>
        <p:spPr>
          <a:xfrm>
            <a:off x="6724539" y="1139775"/>
            <a:ext cx="3976798" cy="2680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350886F-40D4-BA65-FD55-CD72B4965A0F}"/>
              </a:ext>
            </a:extLst>
          </p:cNvPr>
          <p:cNvGrpSpPr/>
          <p:nvPr/>
        </p:nvGrpSpPr>
        <p:grpSpPr>
          <a:xfrm>
            <a:off x="7040785" y="1270227"/>
            <a:ext cx="1494264" cy="849913"/>
            <a:chOff x="7200900" y="538162"/>
            <a:chExt cx="1800225" cy="102393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04E41AD-E574-AD76-AA0D-D1038EF5C1E2}"/>
                </a:ext>
              </a:extLst>
            </p:cNvPr>
            <p:cNvSpPr/>
            <p:nvPr/>
          </p:nvSpPr>
          <p:spPr>
            <a:xfrm>
              <a:off x="7200900" y="538162"/>
              <a:ext cx="1800225" cy="1023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21736C2-B114-1DF3-57A5-49574004AC08}"/>
                </a:ext>
              </a:extLst>
            </p:cNvPr>
            <p:cNvCxnSpPr/>
            <p:nvPr/>
          </p:nvCxnSpPr>
          <p:spPr>
            <a:xfrm>
              <a:off x="7200900" y="752475"/>
              <a:ext cx="18002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A065799-92FC-1BC3-888C-4E6B7CE3F1EB}"/>
                </a:ext>
              </a:extLst>
            </p:cNvPr>
            <p:cNvCxnSpPr/>
            <p:nvPr/>
          </p:nvCxnSpPr>
          <p:spPr>
            <a:xfrm>
              <a:off x="7200900" y="962025"/>
              <a:ext cx="18002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3224582-E52D-1F49-DD53-D8C1680ACB78}"/>
                </a:ext>
              </a:extLst>
            </p:cNvPr>
            <p:cNvCxnSpPr/>
            <p:nvPr/>
          </p:nvCxnSpPr>
          <p:spPr>
            <a:xfrm>
              <a:off x="7200900" y="1228725"/>
              <a:ext cx="18002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C061059-A722-F337-B5D3-D230B2263444}"/>
                </a:ext>
              </a:extLst>
            </p:cNvPr>
            <p:cNvCxnSpPr/>
            <p:nvPr/>
          </p:nvCxnSpPr>
          <p:spPr>
            <a:xfrm>
              <a:off x="7200900" y="1419225"/>
              <a:ext cx="18002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413937B-D35C-1BCE-4C4C-A699EB12E316}"/>
              </a:ext>
            </a:extLst>
          </p:cNvPr>
          <p:cNvGrpSpPr/>
          <p:nvPr/>
        </p:nvGrpSpPr>
        <p:grpSpPr>
          <a:xfrm>
            <a:off x="8961982" y="1270227"/>
            <a:ext cx="1494264" cy="849913"/>
            <a:chOff x="7200900" y="538162"/>
            <a:chExt cx="1800225" cy="102393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A0AA857-43B3-7C84-16AF-A863E099C147}"/>
                </a:ext>
              </a:extLst>
            </p:cNvPr>
            <p:cNvSpPr/>
            <p:nvPr/>
          </p:nvSpPr>
          <p:spPr>
            <a:xfrm>
              <a:off x="7200900" y="538162"/>
              <a:ext cx="1800225" cy="1023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8CC9822-A978-1D1C-61CF-6455770F63A2}"/>
                </a:ext>
              </a:extLst>
            </p:cNvPr>
            <p:cNvCxnSpPr/>
            <p:nvPr/>
          </p:nvCxnSpPr>
          <p:spPr>
            <a:xfrm>
              <a:off x="7200900" y="752475"/>
              <a:ext cx="18002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6D4DA0F-BD94-12A3-448E-1F48FA899304}"/>
                </a:ext>
              </a:extLst>
            </p:cNvPr>
            <p:cNvCxnSpPr/>
            <p:nvPr/>
          </p:nvCxnSpPr>
          <p:spPr>
            <a:xfrm>
              <a:off x="7200900" y="962025"/>
              <a:ext cx="18002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2355528-59CA-7C6D-D7DC-713BE31EC906}"/>
                </a:ext>
              </a:extLst>
            </p:cNvPr>
            <p:cNvCxnSpPr/>
            <p:nvPr/>
          </p:nvCxnSpPr>
          <p:spPr>
            <a:xfrm>
              <a:off x="7200900" y="1228725"/>
              <a:ext cx="18002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4911618-A26A-CD76-5F46-458E957149F9}"/>
                </a:ext>
              </a:extLst>
            </p:cNvPr>
            <p:cNvCxnSpPr/>
            <p:nvPr/>
          </p:nvCxnSpPr>
          <p:spPr>
            <a:xfrm>
              <a:off x="7200900" y="1419225"/>
              <a:ext cx="18002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0545131-3C97-A01E-027B-5383B0110581}"/>
              </a:ext>
            </a:extLst>
          </p:cNvPr>
          <p:cNvGrpSpPr/>
          <p:nvPr/>
        </p:nvGrpSpPr>
        <p:grpSpPr>
          <a:xfrm>
            <a:off x="7040785" y="2531259"/>
            <a:ext cx="1494264" cy="849913"/>
            <a:chOff x="7200900" y="538162"/>
            <a:chExt cx="1800225" cy="102393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965F47D-0E55-7092-FD3F-F0BFB95ABF72}"/>
                </a:ext>
              </a:extLst>
            </p:cNvPr>
            <p:cNvSpPr/>
            <p:nvPr/>
          </p:nvSpPr>
          <p:spPr>
            <a:xfrm>
              <a:off x="7200900" y="538162"/>
              <a:ext cx="1800225" cy="1023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1C66252-2100-5534-2CBD-F33931212D26}"/>
                </a:ext>
              </a:extLst>
            </p:cNvPr>
            <p:cNvCxnSpPr/>
            <p:nvPr/>
          </p:nvCxnSpPr>
          <p:spPr>
            <a:xfrm>
              <a:off x="7200900" y="752475"/>
              <a:ext cx="18002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260E2BB-1A21-19D8-8B00-283731279B64}"/>
                </a:ext>
              </a:extLst>
            </p:cNvPr>
            <p:cNvCxnSpPr/>
            <p:nvPr/>
          </p:nvCxnSpPr>
          <p:spPr>
            <a:xfrm>
              <a:off x="7200900" y="962025"/>
              <a:ext cx="18002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A3A4D82-612A-65C9-9B07-E078E4B28CB1}"/>
                </a:ext>
              </a:extLst>
            </p:cNvPr>
            <p:cNvCxnSpPr/>
            <p:nvPr/>
          </p:nvCxnSpPr>
          <p:spPr>
            <a:xfrm>
              <a:off x="7200900" y="1228725"/>
              <a:ext cx="18002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1FE5921-3181-2352-03A3-B926F9F63CA2}"/>
                </a:ext>
              </a:extLst>
            </p:cNvPr>
            <p:cNvCxnSpPr/>
            <p:nvPr/>
          </p:nvCxnSpPr>
          <p:spPr>
            <a:xfrm>
              <a:off x="7200900" y="1419225"/>
              <a:ext cx="18002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AA93575-3D67-E331-8B8C-02C3C8DADDFE}"/>
              </a:ext>
            </a:extLst>
          </p:cNvPr>
          <p:cNvGrpSpPr/>
          <p:nvPr/>
        </p:nvGrpSpPr>
        <p:grpSpPr>
          <a:xfrm>
            <a:off x="8961982" y="2531259"/>
            <a:ext cx="1494264" cy="849913"/>
            <a:chOff x="7200900" y="538162"/>
            <a:chExt cx="1800225" cy="1023938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9089A15-E352-7CFA-EE1F-23FC01176AB9}"/>
                </a:ext>
              </a:extLst>
            </p:cNvPr>
            <p:cNvSpPr/>
            <p:nvPr/>
          </p:nvSpPr>
          <p:spPr>
            <a:xfrm>
              <a:off x="7200900" y="538162"/>
              <a:ext cx="1800225" cy="10239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B0E98B7-3D97-8064-34AC-69A6F7161D3C}"/>
                </a:ext>
              </a:extLst>
            </p:cNvPr>
            <p:cNvCxnSpPr/>
            <p:nvPr/>
          </p:nvCxnSpPr>
          <p:spPr>
            <a:xfrm>
              <a:off x="7200900" y="752475"/>
              <a:ext cx="18002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C81C0B0-8DED-792F-474D-946ACCD66D11}"/>
                </a:ext>
              </a:extLst>
            </p:cNvPr>
            <p:cNvCxnSpPr/>
            <p:nvPr/>
          </p:nvCxnSpPr>
          <p:spPr>
            <a:xfrm>
              <a:off x="7200900" y="962025"/>
              <a:ext cx="18002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2495BBD-2C01-3EB8-7DBA-4C6151274AD3}"/>
                </a:ext>
              </a:extLst>
            </p:cNvPr>
            <p:cNvCxnSpPr/>
            <p:nvPr/>
          </p:nvCxnSpPr>
          <p:spPr>
            <a:xfrm>
              <a:off x="7200900" y="1228725"/>
              <a:ext cx="18002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AE6637-692C-74DD-28CD-F304FEAB5989}"/>
                </a:ext>
              </a:extLst>
            </p:cNvPr>
            <p:cNvCxnSpPr/>
            <p:nvPr/>
          </p:nvCxnSpPr>
          <p:spPr>
            <a:xfrm>
              <a:off x="7200900" y="1419225"/>
              <a:ext cx="18002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63C320EB-DA94-E1F8-A53F-E7E8AE3B9FF8}"/>
              </a:ext>
            </a:extLst>
          </p:cNvPr>
          <p:cNvSpPr txBox="1"/>
          <p:nvPr/>
        </p:nvSpPr>
        <p:spPr>
          <a:xfrm>
            <a:off x="6724539" y="833214"/>
            <a:ext cx="1062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Tables-</a:t>
            </a:r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Rows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7833EB-B76D-B419-5DA0-D975786E10AE}"/>
              </a:ext>
            </a:extLst>
          </p:cNvPr>
          <p:cNvSpPr txBox="1"/>
          <p:nvPr/>
        </p:nvSpPr>
        <p:spPr>
          <a:xfrm>
            <a:off x="7142217" y="2065693"/>
            <a:ext cx="636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Author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51FC28-6597-440B-F871-C83FBE4F46B8}"/>
              </a:ext>
            </a:extLst>
          </p:cNvPr>
          <p:cNvCxnSpPr>
            <a:cxnSpLocks/>
          </p:cNvCxnSpPr>
          <p:nvPr/>
        </p:nvCxnSpPr>
        <p:spPr>
          <a:xfrm>
            <a:off x="7213372" y="1270227"/>
            <a:ext cx="0" cy="177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C58C37C-6AF8-11E0-8CC0-415B3A516441}"/>
              </a:ext>
            </a:extLst>
          </p:cNvPr>
          <p:cNvCxnSpPr>
            <a:cxnSpLocks/>
          </p:cNvCxnSpPr>
          <p:nvPr/>
        </p:nvCxnSpPr>
        <p:spPr>
          <a:xfrm>
            <a:off x="7371495" y="1270227"/>
            <a:ext cx="0" cy="177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0EFBBFD-2887-4D5A-BA96-218F90EDE8AE}"/>
              </a:ext>
            </a:extLst>
          </p:cNvPr>
          <p:cNvCxnSpPr>
            <a:cxnSpLocks/>
          </p:cNvCxnSpPr>
          <p:nvPr/>
        </p:nvCxnSpPr>
        <p:spPr>
          <a:xfrm>
            <a:off x="7537525" y="1270227"/>
            <a:ext cx="0" cy="177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2A1D8D9-9958-DC21-76DF-56DCB48DCB75}"/>
              </a:ext>
            </a:extLst>
          </p:cNvPr>
          <p:cNvCxnSpPr>
            <a:cxnSpLocks/>
          </p:cNvCxnSpPr>
          <p:nvPr/>
        </p:nvCxnSpPr>
        <p:spPr>
          <a:xfrm>
            <a:off x="7683788" y="1270227"/>
            <a:ext cx="0" cy="177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6A9A01D-F7A2-AC7F-DDDD-D5B69E1D481D}"/>
              </a:ext>
            </a:extLst>
          </p:cNvPr>
          <p:cNvCxnSpPr>
            <a:cxnSpLocks/>
          </p:cNvCxnSpPr>
          <p:nvPr/>
        </p:nvCxnSpPr>
        <p:spPr>
          <a:xfrm>
            <a:off x="7841911" y="1270227"/>
            <a:ext cx="0" cy="177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C285707-E684-926E-60A9-1779682A5A8C}"/>
              </a:ext>
            </a:extLst>
          </p:cNvPr>
          <p:cNvCxnSpPr>
            <a:cxnSpLocks/>
          </p:cNvCxnSpPr>
          <p:nvPr/>
        </p:nvCxnSpPr>
        <p:spPr>
          <a:xfrm>
            <a:off x="8007941" y="1270227"/>
            <a:ext cx="0" cy="177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58373BF-41C3-5D82-A5B7-C0985297F14A}"/>
              </a:ext>
            </a:extLst>
          </p:cNvPr>
          <p:cNvCxnSpPr>
            <a:cxnSpLocks/>
          </p:cNvCxnSpPr>
          <p:nvPr/>
        </p:nvCxnSpPr>
        <p:spPr>
          <a:xfrm>
            <a:off x="8110721" y="1270227"/>
            <a:ext cx="0" cy="177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754B5E0-6BDC-B0A6-7E05-D1CB4B1840D8}"/>
              </a:ext>
            </a:extLst>
          </p:cNvPr>
          <p:cNvCxnSpPr>
            <a:cxnSpLocks/>
          </p:cNvCxnSpPr>
          <p:nvPr/>
        </p:nvCxnSpPr>
        <p:spPr>
          <a:xfrm>
            <a:off x="8268844" y="1270227"/>
            <a:ext cx="0" cy="177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33307D5-AA5B-8431-EF1E-CA462F19D91B}"/>
              </a:ext>
            </a:extLst>
          </p:cNvPr>
          <p:cNvCxnSpPr>
            <a:cxnSpLocks/>
          </p:cNvCxnSpPr>
          <p:nvPr/>
        </p:nvCxnSpPr>
        <p:spPr>
          <a:xfrm>
            <a:off x="8434873" y="1270227"/>
            <a:ext cx="0" cy="177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2F3542D-7626-0921-7C6E-3FCFC7F92908}"/>
              </a:ext>
            </a:extLst>
          </p:cNvPr>
          <p:cNvSpPr txBox="1"/>
          <p:nvPr/>
        </p:nvSpPr>
        <p:spPr>
          <a:xfrm>
            <a:off x="6982756" y="1248237"/>
            <a:ext cx="3577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50" dirty="0">
                <a:latin typeface="Arial" panose="020B0604020202020204" pitchFamily="34" charset="0"/>
                <a:cs typeface="Arial" panose="020B0604020202020204" pitchFamily="34" charset="0"/>
              </a:rPr>
              <a:t>A2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2D5B40C-52EA-7BB4-72F8-6803966E616A}"/>
              </a:ext>
            </a:extLst>
          </p:cNvPr>
          <p:cNvCxnSpPr/>
          <p:nvPr/>
        </p:nvCxnSpPr>
        <p:spPr>
          <a:xfrm flipH="1">
            <a:off x="6368106" y="1379042"/>
            <a:ext cx="614650" cy="4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7496FFA-900A-AB88-FE9D-D0506C90DBC1}"/>
              </a:ext>
            </a:extLst>
          </p:cNvPr>
          <p:cNvSpPr/>
          <p:nvPr/>
        </p:nvSpPr>
        <p:spPr>
          <a:xfrm>
            <a:off x="1791096" y="1353242"/>
            <a:ext cx="1312422" cy="9803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6B4CA2A-9E84-16CD-5379-25F0E124740C}"/>
              </a:ext>
            </a:extLst>
          </p:cNvPr>
          <p:cNvSpPr/>
          <p:nvPr/>
        </p:nvSpPr>
        <p:spPr>
          <a:xfrm>
            <a:off x="3925759" y="1353242"/>
            <a:ext cx="1312422" cy="9803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162D9A3-77E3-DFEE-2136-AA4A57561B98}"/>
              </a:ext>
            </a:extLst>
          </p:cNvPr>
          <p:cNvSpPr/>
          <p:nvPr/>
        </p:nvSpPr>
        <p:spPr>
          <a:xfrm>
            <a:off x="3925759" y="2547072"/>
            <a:ext cx="1312422" cy="9803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2BE84B6-01A9-DF14-4B01-72C41177679E}"/>
              </a:ext>
            </a:extLst>
          </p:cNvPr>
          <p:cNvSpPr/>
          <p:nvPr/>
        </p:nvSpPr>
        <p:spPr>
          <a:xfrm>
            <a:off x="1791096" y="2547072"/>
            <a:ext cx="1312422" cy="9803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51B17BB7-848D-BC79-2C06-026C4B7965DE}"/>
              </a:ext>
            </a:extLst>
          </p:cNvPr>
          <p:cNvSpPr/>
          <p:nvPr/>
        </p:nvSpPr>
        <p:spPr>
          <a:xfrm>
            <a:off x="1917595" y="1448116"/>
            <a:ext cx="1091050" cy="1502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1FBE663-40F9-96AD-6CBB-54B8B7B5AA6B}"/>
              </a:ext>
            </a:extLst>
          </p:cNvPr>
          <p:cNvSpPr/>
          <p:nvPr/>
        </p:nvSpPr>
        <p:spPr>
          <a:xfrm>
            <a:off x="1917595" y="1653676"/>
            <a:ext cx="1091050" cy="150216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106EA3E-4711-38D1-C5D1-A2BB89D37C40}"/>
              </a:ext>
            </a:extLst>
          </p:cNvPr>
          <p:cNvSpPr/>
          <p:nvPr/>
        </p:nvSpPr>
        <p:spPr>
          <a:xfrm>
            <a:off x="1917595" y="1835517"/>
            <a:ext cx="1091050" cy="1502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80C79059-9BF2-3A38-A37D-EE45C00BB70C}"/>
              </a:ext>
            </a:extLst>
          </p:cNvPr>
          <p:cNvSpPr/>
          <p:nvPr/>
        </p:nvSpPr>
        <p:spPr>
          <a:xfrm>
            <a:off x="1917595" y="2052936"/>
            <a:ext cx="1091050" cy="1502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F0BFBC9-754F-3B63-A5D5-FBDAD677C6FE}"/>
              </a:ext>
            </a:extLst>
          </p:cNvPr>
          <p:cNvSpPr/>
          <p:nvPr/>
        </p:nvSpPr>
        <p:spPr>
          <a:xfrm>
            <a:off x="4032492" y="1448116"/>
            <a:ext cx="1091050" cy="1502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A73E92E6-D29D-26A2-19A4-55F802F5AAFF}"/>
              </a:ext>
            </a:extLst>
          </p:cNvPr>
          <p:cNvSpPr/>
          <p:nvPr/>
        </p:nvSpPr>
        <p:spPr>
          <a:xfrm>
            <a:off x="4032492" y="1653676"/>
            <a:ext cx="1091050" cy="1502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07D32801-DAB1-9611-6399-58EC83488C89}"/>
              </a:ext>
            </a:extLst>
          </p:cNvPr>
          <p:cNvSpPr/>
          <p:nvPr/>
        </p:nvSpPr>
        <p:spPr>
          <a:xfrm>
            <a:off x="4032492" y="1835517"/>
            <a:ext cx="1091050" cy="15021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D0CAC62F-4468-774F-BA9E-6963A5325E3F}"/>
              </a:ext>
            </a:extLst>
          </p:cNvPr>
          <p:cNvSpPr/>
          <p:nvPr/>
        </p:nvSpPr>
        <p:spPr>
          <a:xfrm>
            <a:off x="4032492" y="2052936"/>
            <a:ext cx="1091050" cy="1502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21B29881-F5BB-5A7E-812D-463C5CFE8CD2}"/>
              </a:ext>
            </a:extLst>
          </p:cNvPr>
          <p:cNvSpPr/>
          <p:nvPr/>
        </p:nvSpPr>
        <p:spPr>
          <a:xfrm>
            <a:off x="4032492" y="2663690"/>
            <a:ext cx="1091050" cy="1502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491748B8-1EDA-92FB-22DE-B34ACE406D94}"/>
              </a:ext>
            </a:extLst>
          </p:cNvPr>
          <p:cNvSpPr/>
          <p:nvPr/>
        </p:nvSpPr>
        <p:spPr>
          <a:xfrm>
            <a:off x="4032492" y="2869250"/>
            <a:ext cx="1091050" cy="1502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0DF0EAE0-FADB-81EA-69FF-1FA28DE9D6A7}"/>
              </a:ext>
            </a:extLst>
          </p:cNvPr>
          <p:cNvSpPr/>
          <p:nvPr/>
        </p:nvSpPr>
        <p:spPr>
          <a:xfrm>
            <a:off x="4032492" y="3051091"/>
            <a:ext cx="1091050" cy="1502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A4FAE834-3101-6FD3-03E7-3A2C00BC7669}"/>
              </a:ext>
            </a:extLst>
          </p:cNvPr>
          <p:cNvSpPr/>
          <p:nvPr/>
        </p:nvSpPr>
        <p:spPr>
          <a:xfrm>
            <a:off x="4032492" y="3268510"/>
            <a:ext cx="1091050" cy="1502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A7490010-4DEC-01D5-35BB-95C5666CABE8}"/>
              </a:ext>
            </a:extLst>
          </p:cNvPr>
          <p:cNvSpPr/>
          <p:nvPr/>
        </p:nvSpPr>
        <p:spPr>
          <a:xfrm>
            <a:off x="1917595" y="2663690"/>
            <a:ext cx="1091050" cy="1502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22BA1713-03DA-00F6-EDB1-E0750A395433}"/>
              </a:ext>
            </a:extLst>
          </p:cNvPr>
          <p:cNvSpPr/>
          <p:nvPr/>
        </p:nvSpPr>
        <p:spPr>
          <a:xfrm>
            <a:off x="1917595" y="2869250"/>
            <a:ext cx="1091050" cy="1502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BD427CB-650F-1488-A3A4-B964C1E214CB}"/>
              </a:ext>
            </a:extLst>
          </p:cNvPr>
          <p:cNvSpPr/>
          <p:nvPr/>
        </p:nvSpPr>
        <p:spPr>
          <a:xfrm>
            <a:off x="1917595" y="3051091"/>
            <a:ext cx="1091050" cy="1502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01E6F52F-501D-28FB-D62E-43FB6456A4C3}"/>
              </a:ext>
            </a:extLst>
          </p:cNvPr>
          <p:cNvSpPr/>
          <p:nvPr/>
        </p:nvSpPr>
        <p:spPr>
          <a:xfrm>
            <a:off x="1917595" y="3268510"/>
            <a:ext cx="1091050" cy="1502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9B73C2B-FD24-BE2C-3A32-4B52DEC2AC41}"/>
              </a:ext>
            </a:extLst>
          </p:cNvPr>
          <p:cNvCxnSpPr>
            <a:cxnSpLocks/>
          </p:cNvCxnSpPr>
          <p:nvPr/>
        </p:nvCxnSpPr>
        <p:spPr>
          <a:xfrm>
            <a:off x="4234099" y="1448116"/>
            <a:ext cx="0" cy="1502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212CD32-861C-49A0-F860-8E13FF2D560F}"/>
              </a:ext>
            </a:extLst>
          </p:cNvPr>
          <p:cNvCxnSpPr>
            <a:cxnSpLocks/>
          </p:cNvCxnSpPr>
          <p:nvPr/>
        </p:nvCxnSpPr>
        <p:spPr>
          <a:xfrm>
            <a:off x="4392222" y="1448116"/>
            <a:ext cx="0" cy="1502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CA66246-0655-3848-7703-E6A06BBFEA9A}"/>
              </a:ext>
            </a:extLst>
          </p:cNvPr>
          <p:cNvCxnSpPr>
            <a:cxnSpLocks/>
          </p:cNvCxnSpPr>
          <p:nvPr/>
        </p:nvCxnSpPr>
        <p:spPr>
          <a:xfrm>
            <a:off x="4542439" y="1448116"/>
            <a:ext cx="0" cy="1502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97A20F2-54AB-52DC-B03F-63CB106CF2E6}"/>
              </a:ext>
            </a:extLst>
          </p:cNvPr>
          <p:cNvCxnSpPr>
            <a:cxnSpLocks/>
          </p:cNvCxnSpPr>
          <p:nvPr/>
        </p:nvCxnSpPr>
        <p:spPr>
          <a:xfrm>
            <a:off x="4714398" y="1448116"/>
            <a:ext cx="0" cy="1502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6565F37-E5B7-96DF-BF7A-BD8BF1446EEF}"/>
              </a:ext>
            </a:extLst>
          </p:cNvPr>
          <p:cNvCxnSpPr>
            <a:cxnSpLocks/>
          </p:cNvCxnSpPr>
          <p:nvPr/>
        </p:nvCxnSpPr>
        <p:spPr>
          <a:xfrm>
            <a:off x="4844850" y="1448116"/>
            <a:ext cx="0" cy="1502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2B0A5BD-3042-4121-4734-2CB362ECE82E}"/>
              </a:ext>
            </a:extLst>
          </p:cNvPr>
          <p:cNvCxnSpPr>
            <a:cxnSpLocks/>
          </p:cNvCxnSpPr>
          <p:nvPr/>
        </p:nvCxnSpPr>
        <p:spPr>
          <a:xfrm>
            <a:off x="4973325" y="1448116"/>
            <a:ext cx="0" cy="1502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C1E3ED38-053A-3A5A-303C-61D3F93E027E}"/>
              </a:ext>
            </a:extLst>
          </p:cNvPr>
          <p:cNvSpPr txBox="1"/>
          <p:nvPr/>
        </p:nvSpPr>
        <p:spPr>
          <a:xfrm>
            <a:off x="4022004" y="1413524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5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D190E4B-FB08-3F25-33F6-C34157E95081}"/>
              </a:ext>
            </a:extLst>
          </p:cNvPr>
          <p:cNvCxnSpPr>
            <a:cxnSpLocks/>
            <a:stCxn id="68" idx="3"/>
          </p:cNvCxnSpPr>
          <p:nvPr/>
        </p:nvCxnSpPr>
        <p:spPr>
          <a:xfrm flipV="1">
            <a:off x="4301248" y="1383680"/>
            <a:ext cx="1315773" cy="160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ABE18AFC-54E2-BD1A-8351-2A70D2C18DD3}"/>
              </a:ext>
            </a:extLst>
          </p:cNvPr>
          <p:cNvSpPr/>
          <p:nvPr/>
        </p:nvSpPr>
        <p:spPr>
          <a:xfrm>
            <a:off x="5617021" y="1184297"/>
            <a:ext cx="751085" cy="3987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endParaRPr lang="es-419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AE3B55B3-9711-7141-5F4A-384DE33947B7}"/>
              </a:ext>
            </a:extLst>
          </p:cNvPr>
          <p:cNvSpPr/>
          <p:nvPr/>
        </p:nvSpPr>
        <p:spPr>
          <a:xfrm>
            <a:off x="1546005" y="1084431"/>
            <a:ext cx="3953079" cy="371589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842AAE0-B449-0A93-4E31-CEBEA8F7B86E}"/>
              </a:ext>
            </a:extLst>
          </p:cNvPr>
          <p:cNvSpPr/>
          <p:nvPr/>
        </p:nvSpPr>
        <p:spPr>
          <a:xfrm>
            <a:off x="1657725" y="2460104"/>
            <a:ext cx="1611823" cy="12114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84E5B1-1BFC-EED1-08B2-7A87A3C1451D}"/>
              </a:ext>
            </a:extLst>
          </p:cNvPr>
          <p:cNvSpPr/>
          <p:nvPr/>
        </p:nvSpPr>
        <p:spPr>
          <a:xfrm>
            <a:off x="1791096" y="3764620"/>
            <a:ext cx="3447085" cy="7510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F97195AE-3EBE-46FB-ADAB-DA4978C8CD4C}"/>
              </a:ext>
            </a:extLst>
          </p:cNvPr>
          <p:cNvSpPr/>
          <p:nvPr/>
        </p:nvSpPr>
        <p:spPr>
          <a:xfrm>
            <a:off x="1917595" y="3819962"/>
            <a:ext cx="126499" cy="158124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E210EDC-E076-5049-99DB-13427C7EF7AA}"/>
              </a:ext>
            </a:extLst>
          </p:cNvPr>
          <p:cNvSpPr txBox="1"/>
          <p:nvPr/>
        </p:nvSpPr>
        <p:spPr>
          <a:xfrm>
            <a:off x="2000740" y="3748809"/>
            <a:ext cx="5636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Track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80B6ECB7-6C45-0C8A-2E6B-989D92B6D12B}"/>
              </a:ext>
            </a:extLst>
          </p:cNvPr>
          <p:cNvSpPr/>
          <p:nvPr/>
        </p:nvSpPr>
        <p:spPr>
          <a:xfrm>
            <a:off x="1913642" y="4061301"/>
            <a:ext cx="126499" cy="15397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36ECC26-2FA2-9665-9C93-16818BC1A4C0}"/>
              </a:ext>
            </a:extLst>
          </p:cNvPr>
          <p:cNvSpPr txBox="1"/>
          <p:nvPr/>
        </p:nvSpPr>
        <p:spPr>
          <a:xfrm>
            <a:off x="2000740" y="3985993"/>
            <a:ext cx="5636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Track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Arrow: Right 79">
            <a:extLst>
              <a:ext uri="{FF2B5EF4-FFF2-40B4-BE49-F238E27FC236}">
                <a16:creationId xmlns:a16="http://schemas.microsoft.com/office/drawing/2014/main" id="{ADDCB1D9-FC8E-091E-D9A5-26D3010413E3}"/>
              </a:ext>
            </a:extLst>
          </p:cNvPr>
          <p:cNvSpPr/>
          <p:nvPr/>
        </p:nvSpPr>
        <p:spPr>
          <a:xfrm>
            <a:off x="5673020" y="1685300"/>
            <a:ext cx="822241" cy="632493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Arrow: Right 80">
            <a:extLst>
              <a:ext uri="{FF2B5EF4-FFF2-40B4-BE49-F238E27FC236}">
                <a16:creationId xmlns:a16="http://schemas.microsoft.com/office/drawing/2014/main" id="{5F92A050-7B65-970C-48D2-C65D100C3829}"/>
              </a:ext>
            </a:extLst>
          </p:cNvPr>
          <p:cNvSpPr/>
          <p:nvPr/>
        </p:nvSpPr>
        <p:spPr>
          <a:xfrm rot="10800000">
            <a:off x="5673020" y="2813906"/>
            <a:ext cx="822241" cy="632493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7979478-FE75-3C4E-F8EB-0211F84A1040}"/>
              </a:ext>
            </a:extLst>
          </p:cNvPr>
          <p:cNvSpPr txBox="1"/>
          <p:nvPr/>
        </p:nvSpPr>
        <p:spPr>
          <a:xfrm>
            <a:off x="8961982" y="4061990"/>
            <a:ext cx="1505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 -&gt; SQL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3954FC-A7FE-8CC1-64F4-941A2BDA7D80}"/>
              </a:ext>
            </a:extLst>
          </p:cNvPr>
          <p:cNvSpPr txBox="1"/>
          <p:nvPr/>
        </p:nvSpPr>
        <p:spPr>
          <a:xfrm>
            <a:off x="1490662" y="833214"/>
            <a:ext cx="9957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List-Objects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C36DBCC-27E6-7E26-23CE-D68B25841CC3}"/>
              </a:ext>
            </a:extLst>
          </p:cNvPr>
          <p:cNvSpPr txBox="1"/>
          <p:nvPr/>
        </p:nvSpPr>
        <p:spPr>
          <a:xfrm>
            <a:off x="3132753" y="1051621"/>
            <a:ext cx="14564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Tab_Author:DBSet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E940E0F-66A0-326C-2B8F-A0CF32FF0D47}"/>
              </a:ext>
            </a:extLst>
          </p:cNvPr>
          <p:cNvSpPr txBox="1"/>
          <p:nvPr/>
        </p:nvSpPr>
        <p:spPr>
          <a:xfrm>
            <a:off x="5314757" y="4418360"/>
            <a:ext cx="1481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Context:DbContext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D9AF2F0-5884-E291-D1EA-5A88821F0707}"/>
              </a:ext>
            </a:extLst>
          </p:cNvPr>
          <p:cNvSpPr txBox="1"/>
          <p:nvPr/>
        </p:nvSpPr>
        <p:spPr>
          <a:xfrm>
            <a:off x="1657725" y="5097007"/>
            <a:ext cx="16770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 -&gt; LINQ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CCAA6BD-3C9C-FF8D-6F22-ADA18ED9C13B}"/>
              </a:ext>
            </a:extLst>
          </p:cNvPr>
          <p:cNvSpPr txBox="1"/>
          <p:nvPr/>
        </p:nvSpPr>
        <p:spPr>
          <a:xfrm>
            <a:off x="5258072" y="5053324"/>
            <a:ext cx="1833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LINQ  -&gt; SQL (</a:t>
            </a:r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Provider</a:t>
            </a:r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ctr"/>
            <a:r>
              <a:rPr lang="es-419" sz="1200" dirty="0">
                <a:latin typeface="Arial" panose="020B0604020202020204" pitchFamily="34" charset="0"/>
                <a:cs typeface="Arial" panose="020B0604020202020204" pitchFamily="34" charset="0"/>
              </a:rPr>
              <a:t>EF Core</a:t>
            </a:r>
          </a:p>
        </p:txBody>
      </p:sp>
      <p:cxnSp>
        <p:nvCxnSpPr>
          <p:cNvPr id="88" name="Connector: Curved 87">
            <a:extLst>
              <a:ext uri="{FF2B5EF4-FFF2-40B4-BE49-F238E27FC236}">
                <a16:creationId xmlns:a16="http://schemas.microsoft.com/office/drawing/2014/main" id="{74C752D2-2088-F647-645E-AB617B47B87A}"/>
              </a:ext>
            </a:extLst>
          </p:cNvPr>
          <p:cNvCxnSpPr/>
          <p:nvPr/>
        </p:nvCxnSpPr>
        <p:spPr>
          <a:xfrm rot="16200000" flipH="1">
            <a:off x="4264987" y="3605274"/>
            <a:ext cx="140983" cy="3678445"/>
          </a:xfrm>
          <a:prstGeom prst="curvedConnector3">
            <a:avLst>
              <a:gd name="adj1" fmla="val 2621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Curved 88">
            <a:extLst>
              <a:ext uri="{FF2B5EF4-FFF2-40B4-BE49-F238E27FC236}">
                <a16:creationId xmlns:a16="http://schemas.microsoft.com/office/drawing/2014/main" id="{B0D5E2D0-1A61-A6DF-CF7C-C7F2BB3A172A}"/>
              </a:ext>
            </a:extLst>
          </p:cNvPr>
          <p:cNvCxnSpPr/>
          <p:nvPr/>
        </p:nvCxnSpPr>
        <p:spPr>
          <a:xfrm rot="5400000" flipH="1" flipV="1">
            <a:off x="7356726" y="3156963"/>
            <a:ext cx="1176000" cy="3540051"/>
          </a:xfrm>
          <a:prstGeom prst="curvedConnector3">
            <a:avLst>
              <a:gd name="adj1" fmla="val -1943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6A290AD-C36E-EC84-512E-5BDC7476BC9D}"/>
              </a:ext>
            </a:extLst>
          </p:cNvPr>
          <p:cNvSpPr txBox="1"/>
          <p:nvPr/>
        </p:nvSpPr>
        <p:spPr>
          <a:xfrm>
            <a:off x="3015858" y="3436908"/>
            <a:ext cx="9172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Repository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0571F1-E723-FAEA-6685-C654E6A210A9}"/>
              </a:ext>
            </a:extLst>
          </p:cNvPr>
          <p:cNvSpPr/>
          <p:nvPr/>
        </p:nvSpPr>
        <p:spPr>
          <a:xfrm>
            <a:off x="1316727" y="656781"/>
            <a:ext cx="4356293" cy="42992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05C1432-0732-2B99-46D0-D30905D8FC98}"/>
              </a:ext>
            </a:extLst>
          </p:cNvPr>
          <p:cNvSpPr txBox="1"/>
          <p:nvPr/>
        </p:nvSpPr>
        <p:spPr>
          <a:xfrm>
            <a:off x="1172894" y="379783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dirty="0" err="1">
                <a:latin typeface="Arial" panose="020B0604020202020204" pitchFamily="34" charset="0"/>
                <a:cs typeface="Arial" panose="020B0604020202020204" pitchFamily="34" charset="0"/>
              </a:rPr>
              <a:t>UoW</a:t>
            </a:r>
            <a:endParaRPr lang="es-419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067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56EAD0-B846-48B3-EB5B-F4862453D96E}"/>
              </a:ext>
            </a:extLst>
          </p:cNvPr>
          <p:cNvGrpSpPr/>
          <p:nvPr/>
        </p:nvGrpSpPr>
        <p:grpSpPr>
          <a:xfrm>
            <a:off x="618871" y="2388888"/>
            <a:ext cx="651588" cy="603440"/>
            <a:chOff x="185166" y="2130552"/>
            <a:chExt cx="1856232" cy="171907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3286D92-FF01-C905-C329-9D5A91F5CF38}"/>
                </a:ext>
              </a:extLst>
            </p:cNvPr>
            <p:cNvSpPr/>
            <p:nvPr/>
          </p:nvSpPr>
          <p:spPr>
            <a:xfrm>
              <a:off x="185166" y="2130552"/>
              <a:ext cx="1856232" cy="1207008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5FB2E9F8-F6E2-8E9C-8A81-FC4974405C7E}"/>
                </a:ext>
              </a:extLst>
            </p:cNvPr>
            <p:cNvSpPr/>
            <p:nvPr/>
          </p:nvSpPr>
          <p:spPr>
            <a:xfrm>
              <a:off x="185166" y="3465576"/>
              <a:ext cx="1856232" cy="384048"/>
            </a:xfrm>
            <a:prstGeom prst="parallelogram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CD0B1F3-24BC-041F-5DC6-79AA47267A2C}"/>
              </a:ext>
            </a:extLst>
          </p:cNvPr>
          <p:cNvGrpSpPr/>
          <p:nvPr/>
        </p:nvGrpSpPr>
        <p:grpSpPr>
          <a:xfrm>
            <a:off x="618871" y="3291482"/>
            <a:ext cx="651588" cy="603440"/>
            <a:chOff x="185166" y="2130552"/>
            <a:chExt cx="1856232" cy="1719072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215267A-96EA-985E-4CB8-CD0B3DFCB4CD}"/>
                </a:ext>
              </a:extLst>
            </p:cNvPr>
            <p:cNvSpPr/>
            <p:nvPr/>
          </p:nvSpPr>
          <p:spPr>
            <a:xfrm>
              <a:off x="185166" y="2130552"/>
              <a:ext cx="1856232" cy="1207008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786FA75-ACE5-D6AC-1FB7-DE9A3E076307}"/>
                </a:ext>
              </a:extLst>
            </p:cNvPr>
            <p:cNvSpPr/>
            <p:nvPr/>
          </p:nvSpPr>
          <p:spPr>
            <a:xfrm>
              <a:off x="185166" y="3465576"/>
              <a:ext cx="1856232" cy="384048"/>
            </a:xfrm>
            <a:prstGeom prst="parallelogram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3D61C7E-8804-84D5-2F6A-63FE392536BF}"/>
              </a:ext>
            </a:extLst>
          </p:cNvPr>
          <p:cNvGrpSpPr/>
          <p:nvPr/>
        </p:nvGrpSpPr>
        <p:grpSpPr>
          <a:xfrm>
            <a:off x="618871" y="4416839"/>
            <a:ext cx="651588" cy="603440"/>
            <a:chOff x="185166" y="2130552"/>
            <a:chExt cx="1856232" cy="1719072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1E4DF1C-D36E-CFF2-8ECA-89849469B84A}"/>
                </a:ext>
              </a:extLst>
            </p:cNvPr>
            <p:cNvSpPr/>
            <p:nvPr/>
          </p:nvSpPr>
          <p:spPr>
            <a:xfrm>
              <a:off x="185166" y="2130552"/>
              <a:ext cx="1856232" cy="1207008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3EECE823-7E31-8531-C1CF-EF5841F61C44}"/>
                </a:ext>
              </a:extLst>
            </p:cNvPr>
            <p:cNvSpPr/>
            <p:nvPr/>
          </p:nvSpPr>
          <p:spPr>
            <a:xfrm>
              <a:off x="185166" y="3465576"/>
              <a:ext cx="1856232" cy="384048"/>
            </a:xfrm>
            <a:prstGeom prst="parallelogram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419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3C51BC9-7661-55CA-9DAA-A9ED9C0CEC92}"/>
              </a:ext>
            </a:extLst>
          </p:cNvPr>
          <p:cNvCxnSpPr>
            <a:cxnSpLocks/>
          </p:cNvCxnSpPr>
          <p:nvPr/>
        </p:nvCxnSpPr>
        <p:spPr>
          <a:xfrm flipV="1">
            <a:off x="1270459" y="1060704"/>
            <a:ext cx="2368852" cy="1540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83583C8-3E33-D759-D5AA-1273413BC61D}"/>
              </a:ext>
            </a:extLst>
          </p:cNvPr>
          <p:cNvCxnSpPr>
            <a:cxnSpLocks/>
          </p:cNvCxnSpPr>
          <p:nvPr/>
        </p:nvCxnSpPr>
        <p:spPr>
          <a:xfrm flipV="1">
            <a:off x="1341973" y="2343951"/>
            <a:ext cx="2379635" cy="409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1328632-0C44-D051-B530-077812DD5A7F}"/>
              </a:ext>
            </a:extLst>
          </p:cNvPr>
          <p:cNvCxnSpPr/>
          <p:nvPr/>
        </p:nvCxnSpPr>
        <p:spPr>
          <a:xfrm flipV="1">
            <a:off x="1413487" y="3518125"/>
            <a:ext cx="2225824" cy="112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773FE99-B92C-86E9-F5BC-33848DD88B10}"/>
              </a:ext>
            </a:extLst>
          </p:cNvPr>
          <p:cNvCxnSpPr/>
          <p:nvPr/>
        </p:nvCxnSpPr>
        <p:spPr>
          <a:xfrm>
            <a:off x="1413487" y="4628685"/>
            <a:ext cx="22258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B71E5DB-9513-4EA5-84CA-46BEE3124F4E}"/>
              </a:ext>
            </a:extLst>
          </p:cNvPr>
          <p:cNvCxnSpPr/>
          <p:nvPr/>
        </p:nvCxnSpPr>
        <p:spPr>
          <a:xfrm>
            <a:off x="1344168" y="4840531"/>
            <a:ext cx="2295143" cy="1157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14AD404-031C-309C-48E9-D79699C00491}"/>
              </a:ext>
            </a:extLst>
          </p:cNvPr>
          <p:cNvCxnSpPr/>
          <p:nvPr/>
        </p:nvCxnSpPr>
        <p:spPr>
          <a:xfrm>
            <a:off x="3721608" y="214884"/>
            <a:ext cx="0" cy="64282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BE543F7-9FCF-AEA7-C7F2-9149409635A6}"/>
              </a:ext>
            </a:extLst>
          </p:cNvPr>
          <p:cNvSpPr/>
          <p:nvPr/>
        </p:nvSpPr>
        <p:spPr>
          <a:xfrm>
            <a:off x="4023360" y="429768"/>
            <a:ext cx="5038344" cy="10789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3D1883-8101-54FA-F3B2-96B359CF8D95}"/>
              </a:ext>
            </a:extLst>
          </p:cNvPr>
          <p:cNvSpPr txBox="1"/>
          <p:nvPr/>
        </p:nvSpPr>
        <p:spPr>
          <a:xfrm>
            <a:off x="4136416" y="533323"/>
            <a:ext cx="913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Context</a:t>
            </a:r>
            <a:endParaRPr lang="es-419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049A0D-D7FD-B081-9DC7-754F416C5015}"/>
              </a:ext>
            </a:extLst>
          </p:cNvPr>
          <p:cNvSpPr/>
          <p:nvPr/>
        </p:nvSpPr>
        <p:spPr>
          <a:xfrm>
            <a:off x="5162542" y="732821"/>
            <a:ext cx="1128528" cy="5290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77B661-41C2-B0CF-63E6-ACF5B599CC0B}"/>
              </a:ext>
            </a:extLst>
          </p:cNvPr>
          <p:cNvSpPr/>
          <p:nvPr/>
        </p:nvSpPr>
        <p:spPr>
          <a:xfrm>
            <a:off x="6516765" y="732821"/>
            <a:ext cx="1128528" cy="5290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BE2F38-6857-54B6-48B5-26DA4CEC6904}"/>
              </a:ext>
            </a:extLst>
          </p:cNvPr>
          <p:cNvSpPr/>
          <p:nvPr/>
        </p:nvSpPr>
        <p:spPr>
          <a:xfrm>
            <a:off x="7788322" y="732821"/>
            <a:ext cx="1128528" cy="5290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6CAE00-346A-C177-D649-EDB79C47C427}"/>
              </a:ext>
            </a:extLst>
          </p:cNvPr>
          <p:cNvSpPr/>
          <p:nvPr/>
        </p:nvSpPr>
        <p:spPr>
          <a:xfrm>
            <a:off x="4023360" y="1778525"/>
            <a:ext cx="5038344" cy="10789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933822-72C8-0A48-5502-7275FBB1B32B}"/>
              </a:ext>
            </a:extLst>
          </p:cNvPr>
          <p:cNvSpPr txBox="1"/>
          <p:nvPr/>
        </p:nvSpPr>
        <p:spPr>
          <a:xfrm>
            <a:off x="4136416" y="1882080"/>
            <a:ext cx="913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Context</a:t>
            </a:r>
            <a:endParaRPr lang="es-419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11E3A4-685E-1177-C060-03D6D5346C85}"/>
              </a:ext>
            </a:extLst>
          </p:cNvPr>
          <p:cNvSpPr/>
          <p:nvPr/>
        </p:nvSpPr>
        <p:spPr>
          <a:xfrm>
            <a:off x="5162542" y="2081578"/>
            <a:ext cx="1128528" cy="5290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726FADF-2C1E-2BE7-ABDF-B3E440C1271B}"/>
              </a:ext>
            </a:extLst>
          </p:cNvPr>
          <p:cNvSpPr/>
          <p:nvPr/>
        </p:nvSpPr>
        <p:spPr>
          <a:xfrm>
            <a:off x="6516765" y="2081578"/>
            <a:ext cx="1128528" cy="5290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0597F75-C23C-2465-A1DE-51092E66324B}"/>
              </a:ext>
            </a:extLst>
          </p:cNvPr>
          <p:cNvSpPr/>
          <p:nvPr/>
        </p:nvSpPr>
        <p:spPr>
          <a:xfrm>
            <a:off x="7788322" y="2081578"/>
            <a:ext cx="1128528" cy="5290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6F3C5E7-9B8E-372A-9987-B9C376CE6173}"/>
              </a:ext>
            </a:extLst>
          </p:cNvPr>
          <p:cNvSpPr/>
          <p:nvPr/>
        </p:nvSpPr>
        <p:spPr>
          <a:xfrm>
            <a:off x="4023360" y="2978629"/>
            <a:ext cx="5038344" cy="10789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764C87-0B8D-B32C-CA8F-5AA272862C3C}"/>
              </a:ext>
            </a:extLst>
          </p:cNvPr>
          <p:cNvSpPr txBox="1"/>
          <p:nvPr/>
        </p:nvSpPr>
        <p:spPr>
          <a:xfrm>
            <a:off x="4136416" y="3082184"/>
            <a:ext cx="913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Context</a:t>
            </a:r>
            <a:endParaRPr lang="es-419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CB0D35F-3391-6279-A826-F3DDC09EE3DA}"/>
              </a:ext>
            </a:extLst>
          </p:cNvPr>
          <p:cNvSpPr/>
          <p:nvPr/>
        </p:nvSpPr>
        <p:spPr>
          <a:xfrm>
            <a:off x="5162542" y="3281682"/>
            <a:ext cx="1128528" cy="5290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984C220-7704-1C2C-B605-C9A95E0017FD}"/>
              </a:ext>
            </a:extLst>
          </p:cNvPr>
          <p:cNvSpPr/>
          <p:nvPr/>
        </p:nvSpPr>
        <p:spPr>
          <a:xfrm>
            <a:off x="6516765" y="3281682"/>
            <a:ext cx="1128528" cy="5290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15481CF-E1AC-1712-1BAF-014F430356DD}"/>
              </a:ext>
            </a:extLst>
          </p:cNvPr>
          <p:cNvSpPr/>
          <p:nvPr/>
        </p:nvSpPr>
        <p:spPr>
          <a:xfrm>
            <a:off x="7788322" y="3281682"/>
            <a:ext cx="1128528" cy="5290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B7D9F99-AC38-1E0B-8E24-A66E6DC43D43}"/>
              </a:ext>
            </a:extLst>
          </p:cNvPr>
          <p:cNvSpPr/>
          <p:nvPr/>
        </p:nvSpPr>
        <p:spPr>
          <a:xfrm>
            <a:off x="4023360" y="4113786"/>
            <a:ext cx="5038344" cy="10789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41C6C7-D938-A25B-6F3D-CBBAD9C2A59B}"/>
              </a:ext>
            </a:extLst>
          </p:cNvPr>
          <p:cNvSpPr txBox="1"/>
          <p:nvPr/>
        </p:nvSpPr>
        <p:spPr>
          <a:xfrm>
            <a:off x="4136416" y="4217341"/>
            <a:ext cx="913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Context</a:t>
            </a:r>
            <a:endParaRPr lang="es-419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6F7DA29-2751-904E-4180-2D49ABCA6F74}"/>
              </a:ext>
            </a:extLst>
          </p:cNvPr>
          <p:cNvSpPr/>
          <p:nvPr/>
        </p:nvSpPr>
        <p:spPr>
          <a:xfrm>
            <a:off x="5162542" y="4416839"/>
            <a:ext cx="1128528" cy="5290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9B8965E-865E-FAA4-4098-C39375584847}"/>
              </a:ext>
            </a:extLst>
          </p:cNvPr>
          <p:cNvSpPr/>
          <p:nvPr/>
        </p:nvSpPr>
        <p:spPr>
          <a:xfrm>
            <a:off x="6516765" y="4416839"/>
            <a:ext cx="1128528" cy="5290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E627C01-639B-2110-056B-A116E22B31BB}"/>
              </a:ext>
            </a:extLst>
          </p:cNvPr>
          <p:cNvSpPr/>
          <p:nvPr/>
        </p:nvSpPr>
        <p:spPr>
          <a:xfrm>
            <a:off x="7788322" y="4416839"/>
            <a:ext cx="1128528" cy="5290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9DBB735-CDA9-628E-374A-C1042B42798A}"/>
              </a:ext>
            </a:extLst>
          </p:cNvPr>
          <p:cNvSpPr/>
          <p:nvPr/>
        </p:nvSpPr>
        <p:spPr>
          <a:xfrm>
            <a:off x="4023360" y="5349240"/>
            <a:ext cx="5038344" cy="10789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750BBC-2E50-C541-5917-E52DE6CACAB5}"/>
              </a:ext>
            </a:extLst>
          </p:cNvPr>
          <p:cNvSpPr txBox="1"/>
          <p:nvPr/>
        </p:nvSpPr>
        <p:spPr>
          <a:xfrm>
            <a:off x="4136416" y="5452795"/>
            <a:ext cx="913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Context</a:t>
            </a:r>
            <a:endParaRPr lang="es-419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70F307D-92E3-5A09-B79D-6E1A0C2DCE2F}"/>
              </a:ext>
            </a:extLst>
          </p:cNvPr>
          <p:cNvSpPr/>
          <p:nvPr/>
        </p:nvSpPr>
        <p:spPr>
          <a:xfrm>
            <a:off x="5162542" y="5652293"/>
            <a:ext cx="1128528" cy="5290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62E27A8-7782-CBA6-4FA3-D9A5823EE27E}"/>
              </a:ext>
            </a:extLst>
          </p:cNvPr>
          <p:cNvSpPr/>
          <p:nvPr/>
        </p:nvSpPr>
        <p:spPr>
          <a:xfrm>
            <a:off x="6516765" y="5652293"/>
            <a:ext cx="1128528" cy="5290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FA7C8D7-8922-AAA2-199E-F7340917B418}"/>
              </a:ext>
            </a:extLst>
          </p:cNvPr>
          <p:cNvSpPr/>
          <p:nvPr/>
        </p:nvSpPr>
        <p:spPr>
          <a:xfrm>
            <a:off x="7788322" y="5652293"/>
            <a:ext cx="1128528" cy="5290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61F3024-A3F1-F6BF-B46F-F4B16EF45E9B}"/>
              </a:ext>
            </a:extLst>
          </p:cNvPr>
          <p:cNvSpPr/>
          <p:nvPr/>
        </p:nvSpPr>
        <p:spPr>
          <a:xfrm>
            <a:off x="9573767" y="429768"/>
            <a:ext cx="2232803" cy="59984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914F6FA-7DD8-9F0A-CA26-B2CF5B2B34C2}"/>
              </a:ext>
            </a:extLst>
          </p:cNvPr>
          <p:cNvSpPr/>
          <p:nvPr/>
        </p:nvSpPr>
        <p:spPr>
          <a:xfrm>
            <a:off x="9866858" y="732821"/>
            <a:ext cx="1128528" cy="5290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A4D3131-01EE-64F9-6895-5EA2A898728F}"/>
              </a:ext>
            </a:extLst>
          </p:cNvPr>
          <p:cNvSpPr/>
          <p:nvPr/>
        </p:nvSpPr>
        <p:spPr>
          <a:xfrm>
            <a:off x="9866858" y="1487871"/>
            <a:ext cx="1128528" cy="5290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011962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</TotalTime>
  <Words>201</Words>
  <Application>Microsoft Office PowerPoint</Application>
  <PresentationFormat>Widescreen</PresentationFormat>
  <Paragraphs>131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Erick Arostegui Cunza</dc:creator>
  <cp:lastModifiedBy>Erick Arostegui Cunza</cp:lastModifiedBy>
  <cp:revision>22</cp:revision>
  <dcterms:created xsi:type="dcterms:W3CDTF">2023-10-29T14:28:28Z</dcterms:created>
  <dcterms:modified xsi:type="dcterms:W3CDTF">2024-04-28T16:29:53Z</dcterms:modified>
</cp:coreProperties>
</file>