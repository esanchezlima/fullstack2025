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12D0F-5EB0-41CF-B604-032CD3EDFAF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A318-1F4F-431A-8396-358D85AC26ED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5998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7A318-1F4F-431A-8396-358D85AC26ED}" type="slidenum">
              <a:rPr lang="es-419" smtClean="0"/>
              <a:t>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96939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7A318-1F4F-431A-8396-358D85AC26ED}" type="slidenum">
              <a:rPr lang="es-419" smtClean="0"/>
              <a:t>5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51882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7A318-1F4F-431A-8396-358D85AC26ED}" type="slidenum">
              <a:rPr lang="es-419" smtClean="0"/>
              <a:t>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9556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7A318-1F4F-431A-8396-358D85AC26ED}" type="slidenum">
              <a:rPr lang="es-419" smtClean="0"/>
              <a:t>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42366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7A318-1F4F-431A-8396-358D85AC26ED}" type="slidenum">
              <a:rPr lang="es-419" smtClean="0"/>
              <a:t>8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30450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7A318-1F4F-431A-8396-358D85AC26ED}" type="slidenum">
              <a:rPr lang="es-419" smtClean="0"/>
              <a:t>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36330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82B1-2034-BA99-4A81-B25A653CF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5B60C-A2B4-ECA2-0C2B-69414CDC5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723A0-C65F-1E95-5680-7B756CA9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7CAC9-59F5-EA24-0DAE-1D4BC8A6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3413A-B08D-6747-4D02-D203183B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3208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1802-C8C9-9ED7-F743-64ACBE17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4606D-2961-4A27-2959-8425340C3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5F4D-CC4F-CA39-A0EC-4196AD244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3F482-BBAA-8B6D-8B54-CD78E474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1E601-085A-4BB5-FFA7-AB7CE920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4355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724B-F22B-8A5B-D7FA-E6D98E16B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2B5A8-9D63-93C3-A08D-78709A4C8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66E46-3A94-41EB-442A-A3C5B68F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DAF04-143F-854E-48F0-7A14CCBC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634B0-0C47-4377-8008-447B5524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8043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E717-EF78-78F0-DE3F-BA048B89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17E4C-DE88-878D-CB68-4D0B9A25E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B6400-9187-D8A8-07DF-C578733D1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29D79-08E2-E4E2-016B-A6D6EB2D0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BC557-60CD-C646-A5DF-7B2F5C39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E22AC-C4BB-C0BC-762F-F43E04CA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4466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7696-45F3-8EB3-58BA-C41B11FB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18636-87DE-CC03-DB80-D4CBDC873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B78F1-DDA9-4EBA-1334-D705CAB17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44DC9-555F-6578-CC75-4D884BFEF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E3A52-A278-6AD2-043D-DAD2AD6BB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12997-1862-61C6-908D-57EABE5F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A08E0-5896-1654-DFB8-96836346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BB5F35-7442-CE8B-EC6F-73E0FA63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3692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C97A-5D4F-3B74-4395-89991158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8A3C3-F4B7-97E5-78AA-DF514FD6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4197-6143-6684-8236-E5517AC9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6D86B-E746-7FEE-8846-B9777E19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4959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CDD49-9EA0-B70C-3603-07F2661C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C6E18-332E-0BE0-CD29-BAA8D092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F16C2-0098-957E-FCB9-4589EEF6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4669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1B68-8088-537E-8977-13D50391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029D8-3136-794D-A3F9-B134E98F1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E48D7-A9AD-9963-41B6-FA8305A84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E2027-7B03-F2D2-9962-00772A40C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AF66B-C8B4-4BC3-8EF4-CD480E67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9B028-7D40-0A94-BCA1-52CCD4317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240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0CEBF-0E2B-E345-1858-64BAC548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AC4C4-86A5-5D15-DBD1-93868E583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19A2-643E-0830-50ED-76DFFD558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9B732-0ABF-BB3B-82B6-2FFF18F4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8D0A0-C1D3-E18A-37C2-7D049485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5A4F4-187D-9DD4-9939-3E4F4960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7252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9875-7F95-8690-B27F-BA33FC25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51E33-2A24-B723-3104-C16D445DD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3201-944D-DE4B-30F4-FDE836FD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71E9B-56DE-2642-F769-8E82E94C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C72B9-EEC6-E38D-F17C-9A7B3A0A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2493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ABB92-B73A-4CA7-8279-84D44A625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7665F-F3CE-CC9B-7A69-E621DBCCE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B3EBB-36BE-25B9-D01A-04C5C542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DAA1E-FF62-4092-281B-B371B2CC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6D43-A246-84F1-FE34-86846671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4286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C5E85-771B-5835-21CA-9E5C61153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0FCFA-0A0F-37A4-9128-16566DFF4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633F-100A-9896-5093-575F551BA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42185-3D69-4DBD-8EE8-C720C2D688EA}" type="datetimeFigureOut">
              <a:rPr lang="es-419" smtClean="0"/>
              <a:t>5/5/2024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F29B5-55CF-6F59-F139-2E8FECD4A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7CA54-2A0A-5F41-3091-1D5E63648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BD698-AA82-4558-A608-71AF8667ECF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2467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CFB6FF64-B458-652A-AC4F-CB305087EDD2}"/>
              </a:ext>
            </a:extLst>
          </p:cNvPr>
          <p:cNvSpPr/>
          <p:nvPr/>
        </p:nvSpPr>
        <p:spPr>
          <a:xfrm>
            <a:off x="6716971" y="2303585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DC9AD-AED6-1310-E387-A8640EAEACF9}"/>
              </a:ext>
            </a:extLst>
          </p:cNvPr>
          <p:cNvSpPr txBox="1"/>
          <p:nvPr/>
        </p:nvSpPr>
        <p:spPr>
          <a:xfrm>
            <a:off x="6861195" y="2771754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BEBD44-8884-3D58-ADD9-66B2FC1956DE}"/>
              </a:ext>
            </a:extLst>
          </p:cNvPr>
          <p:cNvSpPr/>
          <p:nvPr/>
        </p:nvSpPr>
        <p:spPr>
          <a:xfrm>
            <a:off x="1411209" y="2567004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7E18D1E-BE90-38CB-EE0D-413D067143FB}"/>
              </a:ext>
            </a:extLst>
          </p:cNvPr>
          <p:cNvSpPr/>
          <p:nvPr/>
        </p:nvSpPr>
        <p:spPr>
          <a:xfrm>
            <a:off x="1411209" y="3454243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B4CA3-09C6-7BC3-3F92-90E3ECAF6111}"/>
              </a:ext>
            </a:extLst>
          </p:cNvPr>
          <p:cNvSpPr txBox="1"/>
          <p:nvPr/>
        </p:nvSpPr>
        <p:spPr>
          <a:xfrm>
            <a:off x="1691866" y="405403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65B4D0-4E35-57BE-7BDC-2E2056702DD4}"/>
              </a:ext>
            </a:extLst>
          </p:cNvPr>
          <p:cNvCxnSpPr>
            <a:stCxn id="6" idx="3"/>
            <a:endCxn id="4" idx="3"/>
          </p:cNvCxnSpPr>
          <p:nvPr/>
        </p:nvCxnSpPr>
        <p:spPr>
          <a:xfrm flipV="1">
            <a:off x="2751122" y="2910254"/>
            <a:ext cx="3965849" cy="50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5708D1-8B2D-759F-9407-DFF87F8F1B5D}"/>
              </a:ext>
            </a:extLst>
          </p:cNvPr>
          <p:cNvSpPr/>
          <p:nvPr/>
        </p:nvSpPr>
        <p:spPr>
          <a:xfrm>
            <a:off x="1411209" y="4633197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469DCC05-585A-47A8-E8AA-4847A28D8678}"/>
              </a:ext>
            </a:extLst>
          </p:cNvPr>
          <p:cNvSpPr/>
          <p:nvPr/>
        </p:nvSpPr>
        <p:spPr>
          <a:xfrm>
            <a:off x="1411209" y="5520436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396E1C-11D8-3550-5FCA-52C149568846}"/>
              </a:ext>
            </a:extLst>
          </p:cNvPr>
          <p:cNvSpPr txBox="1"/>
          <p:nvPr/>
        </p:nvSpPr>
        <p:spPr>
          <a:xfrm>
            <a:off x="1691866" y="612022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E86FD3-3B6A-EEE7-1390-D0F3EF9F8DC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751122" y="4054035"/>
            <a:ext cx="2406905" cy="972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180931-25CA-9479-F2FB-5CD896FFBE7A}"/>
              </a:ext>
            </a:extLst>
          </p:cNvPr>
          <p:cNvCxnSpPr>
            <a:cxnSpLocks/>
          </p:cNvCxnSpPr>
          <p:nvPr/>
        </p:nvCxnSpPr>
        <p:spPr>
          <a:xfrm>
            <a:off x="5187462" y="272562"/>
            <a:ext cx="0" cy="2499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237451-CBF7-E34D-5101-127B4515B26E}"/>
              </a:ext>
            </a:extLst>
          </p:cNvPr>
          <p:cNvCxnSpPr>
            <a:cxnSpLocks/>
          </p:cNvCxnSpPr>
          <p:nvPr/>
        </p:nvCxnSpPr>
        <p:spPr>
          <a:xfrm>
            <a:off x="5187462" y="3069297"/>
            <a:ext cx="0" cy="3050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ross 24">
            <a:extLst>
              <a:ext uri="{FF2B5EF4-FFF2-40B4-BE49-F238E27FC236}">
                <a16:creationId xmlns:a16="http://schemas.microsoft.com/office/drawing/2014/main" id="{51BAACAF-0983-781F-49A6-8F5DA6570955}"/>
              </a:ext>
            </a:extLst>
          </p:cNvPr>
          <p:cNvSpPr/>
          <p:nvPr/>
        </p:nvSpPr>
        <p:spPr>
          <a:xfrm rot="2700000">
            <a:off x="5011615" y="3791334"/>
            <a:ext cx="615461" cy="590481"/>
          </a:xfrm>
          <a:prstGeom prst="plus">
            <a:avLst>
              <a:gd name="adj" fmla="val 421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155892F3-E24D-6824-C37F-8981DE3A8860}"/>
              </a:ext>
            </a:extLst>
          </p:cNvPr>
          <p:cNvSpPr/>
          <p:nvPr/>
        </p:nvSpPr>
        <p:spPr>
          <a:xfrm>
            <a:off x="10077055" y="4814179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76CCA3-BE86-84B5-2C76-B75E868F5EAD}"/>
              </a:ext>
            </a:extLst>
          </p:cNvPr>
          <p:cNvSpPr txBox="1"/>
          <p:nvPr/>
        </p:nvSpPr>
        <p:spPr>
          <a:xfrm>
            <a:off x="10372666" y="5282348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B.service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01D6F797-00D3-10D9-EEB7-350E9A8489D4}"/>
              </a:ext>
            </a:extLst>
          </p:cNvPr>
          <p:cNvSpPr/>
          <p:nvPr/>
        </p:nvSpPr>
        <p:spPr>
          <a:xfrm>
            <a:off x="10077055" y="400441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BCD2AD-D9F5-FDE7-05B6-DDD8CFCDB5C7}"/>
              </a:ext>
            </a:extLst>
          </p:cNvPr>
          <p:cNvSpPr txBox="1"/>
          <p:nvPr/>
        </p:nvSpPr>
        <p:spPr>
          <a:xfrm>
            <a:off x="10372666" y="868610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9290F0-C182-63C3-D729-F5A23F99EF7F}"/>
              </a:ext>
            </a:extLst>
          </p:cNvPr>
          <p:cNvCxnSpPr>
            <a:cxnSpLocks/>
          </p:cNvCxnSpPr>
          <p:nvPr/>
        </p:nvCxnSpPr>
        <p:spPr>
          <a:xfrm>
            <a:off x="9240716" y="1007110"/>
            <a:ext cx="0" cy="6066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D2FB59-BE1E-FE97-FE75-B50D9FFDF4E6}"/>
              </a:ext>
            </a:extLst>
          </p:cNvPr>
          <p:cNvCxnSpPr>
            <a:cxnSpLocks/>
          </p:cNvCxnSpPr>
          <p:nvPr/>
        </p:nvCxnSpPr>
        <p:spPr>
          <a:xfrm>
            <a:off x="9240716" y="2048608"/>
            <a:ext cx="0" cy="4071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E7208F5-6013-4FC8-AB9E-CA0900ED5745}"/>
              </a:ext>
            </a:extLst>
          </p:cNvPr>
          <p:cNvCxnSpPr>
            <a:stCxn id="30" idx="3"/>
            <a:endCxn id="4" idx="0"/>
          </p:cNvCxnSpPr>
          <p:nvPr/>
        </p:nvCxnSpPr>
        <p:spPr>
          <a:xfrm flipH="1">
            <a:off x="8124443" y="1007110"/>
            <a:ext cx="1952612" cy="190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15B9F8-F3E2-1952-F762-4209C63ABA63}"/>
              </a:ext>
            </a:extLst>
          </p:cNvPr>
          <p:cNvCxnSpPr>
            <a:stCxn id="28" idx="3"/>
          </p:cNvCxnSpPr>
          <p:nvPr/>
        </p:nvCxnSpPr>
        <p:spPr>
          <a:xfrm flipH="1" flipV="1">
            <a:off x="9302262" y="4220308"/>
            <a:ext cx="774793" cy="120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ross 41">
            <a:extLst>
              <a:ext uri="{FF2B5EF4-FFF2-40B4-BE49-F238E27FC236}">
                <a16:creationId xmlns:a16="http://schemas.microsoft.com/office/drawing/2014/main" id="{06118392-38D2-F39D-6FCF-3C2C276FBF3B}"/>
              </a:ext>
            </a:extLst>
          </p:cNvPr>
          <p:cNvSpPr/>
          <p:nvPr/>
        </p:nvSpPr>
        <p:spPr>
          <a:xfrm rot="2700000">
            <a:off x="8698922" y="3791335"/>
            <a:ext cx="615461" cy="590481"/>
          </a:xfrm>
          <a:prstGeom prst="plus">
            <a:avLst>
              <a:gd name="adj" fmla="val 421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312EE3-459A-89C5-0C6F-09684D159CD7}"/>
              </a:ext>
            </a:extLst>
          </p:cNvPr>
          <p:cNvSpPr txBox="1"/>
          <p:nvPr/>
        </p:nvSpPr>
        <p:spPr>
          <a:xfrm>
            <a:off x="1345223" y="400441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Outside</a:t>
            </a:r>
            <a:endParaRPr lang="es-419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9E1072-0F65-9A02-A853-5E67E7521684}"/>
              </a:ext>
            </a:extLst>
          </p:cNvPr>
          <p:cNvSpPr txBox="1"/>
          <p:nvPr/>
        </p:nvSpPr>
        <p:spPr>
          <a:xfrm>
            <a:off x="5945560" y="27406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Onside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78767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BA88E403-BBE9-4B20-39D3-B664813A7E7D}"/>
              </a:ext>
            </a:extLst>
          </p:cNvPr>
          <p:cNvSpPr/>
          <p:nvPr/>
        </p:nvSpPr>
        <p:spPr>
          <a:xfrm>
            <a:off x="9082101" y="393475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D436C-63DA-4EA9-DCFF-449E1CAF30F0}"/>
              </a:ext>
            </a:extLst>
          </p:cNvPr>
          <p:cNvSpPr txBox="1"/>
          <p:nvPr/>
        </p:nvSpPr>
        <p:spPr>
          <a:xfrm>
            <a:off x="9226325" y="861644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07FEE7-BFBD-12CD-65AB-BD4B7E252AE9}"/>
              </a:ext>
            </a:extLst>
          </p:cNvPr>
          <p:cNvSpPr/>
          <p:nvPr/>
        </p:nvSpPr>
        <p:spPr>
          <a:xfrm>
            <a:off x="1024347" y="606319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CDC4A001-AA20-8136-2DEA-3C55ED36B880}"/>
              </a:ext>
            </a:extLst>
          </p:cNvPr>
          <p:cNvSpPr/>
          <p:nvPr/>
        </p:nvSpPr>
        <p:spPr>
          <a:xfrm>
            <a:off x="1024347" y="1493558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10A912-FDDA-B496-75C5-0C49AB9DCCE0}"/>
              </a:ext>
            </a:extLst>
          </p:cNvPr>
          <p:cNvCxnSpPr>
            <a:cxnSpLocks/>
            <a:stCxn id="6" idx="3"/>
            <a:endCxn id="12" idx="3"/>
          </p:cNvCxnSpPr>
          <p:nvPr/>
        </p:nvCxnSpPr>
        <p:spPr>
          <a:xfrm flipV="1">
            <a:off x="2364260" y="1000144"/>
            <a:ext cx="33007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C6E93B-CF6E-BC73-8ABB-B4864A9E196A}"/>
              </a:ext>
            </a:extLst>
          </p:cNvPr>
          <p:cNvCxnSpPr>
            <a:cxnSpLocks/>
            <a:endCxn id="4" idx="3"/>
          </p:cNvCxnSpPr>
          <p:nvPr/>
        </p:nvCxnSpPr>
        <p:spPr>
          <a:xfrm flipV="1">
            <a:off x="7072498" y="1000144"/>
            <a:ext cx="2009603" cy="10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Hexagon 11">
            <a:extLst>
              <a:ext uri="{FF2B5EF4-FFF2-40B4-BE49-F238E27FC236}">
                <a16:creationId xmlns:a16="http://schemas.microsoft.com/office/drawing/2014/main" id="{0756F407-1E0C-F0DA-1E6D-721D6222A4D7}"/>
              </a:ext>
            </a:extLst>
          </p:cNvPr>
          <p:cNvSpPr/>
          <p:nvPr/>
        </p:nvSpPr>
        <p:spPr>
          <a:xfrm>
            <a:off x="5665026" y="393475"/>
            <a:ext cx="1407472" cy="1213338"/>
          </a:xfrm>
          <a:prstGeom prst="hexagon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9A2049-8DBC-748C-0C98-AA926D354FD1}"/>
              </a:ext>
            </a:extLst>
          </p:cNvPr>
          <p:cNvSpPr txBox="1"/>
          <p:nvPr/>
        </p:nvSpPr>
        <p:spPr>
          <a:xfrm>
            <a:off x="5881362" y="861644"/>
            <a:ext cx="881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library.API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81B4E9-AAAD-620B-E3F1-5D5AE1C74DF2}"/>
              </a:ext>
            </a:extLst>
          </p:cNvPr>
          <p:cNvSpPr/>
          <p:nvPr/>
        </p:nvSpPr>
        <p:spPr>
          <a:xfrm>
            <a:off x="5416062" y="246185"/>
            <a:ext cx="1916723" cy="411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E3406823-74C3-DAA7-9A9B-A23033766F40}"/>
              </a:ext>
            </a:extLst>
          </p:cNvPr>
          <p:cNvSpPr/>
          <p:nvPr/>
        </p:nvSpPr>
        <p:spPr>
          <a:xfrm>
            <a:off x="5665026" y="1892602"/>
            <a:ext cx="1407472" cy="1213338"/>
          </a:xfrm>
          <a:prstGeom prst="hexagon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E12BFC-C12C-730D-780A-BF7A5589FE52}"/>
              </a:ext>
            </a:extLst>
          </p:cNvPr>
          <p:cNvSpPr txBox="1"/>
          <p:nvPr/>
        </p:nvSpPr>
        <p:spPr>
          <a:xfrm>
            <a:off x="5881362" y="2334397"/>
            <a:ext cx="860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Order.API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543ABB-4895-BD53-98EF-EBFE57D129DC}"/>
              </a:ext>
            </a:extLst>
          </p:cNvPr>
          <p:cNvCxnSpPr>
            <a:cxnSpLocks/>
            <a:stCxn id="6" idx="3"/>
            <a:endCxn id="17" idx="3"/>
          </p:cNvCxnSpPr>
          <p:nvPr/>
        </p:nvCxnSpPr>
        <p:spPr>
          <a:xfrm>
            <a:off x="2364260" y="1000145"/>
            <a:ext cx="3300766" cy="1499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Hexagon 21">
            <a:extLst>
              <a:ext uri="{FF2B5EF4-FFF2-40B4-BE49-F238E27FC236}">
                <a16:creationId xmlns:a16="http://schemas.microsoft.com/office/drawing/2014/main" id="{04C09772-7A31-3E22-6208-8A5FA5CC99B0}"/>
              </a:ext>
            </a:extLst>
          </p:cNvPr>
          <p:cNvSpPr/>
          <p:nvPr/>
        </p:nvSpPr>
        <p:spPr>
          <a:xfrm>
            <a:off x="9082101" y="1892602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00C00-568B-093A-F5B7-B7D1CF69A0A8}"/>
              </a:ext>
            </a:extLst>
          </p:cNvPr>
          <p:cNvSpPr txBox="1"/>
          <p:nvPr/>
        </p:nvSpPr>
        <p:spPr>
          <a:xfrm>
            <a:off x="9226325" y="2360771"/>
            <a:ext cx="1062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order.service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E87F44-AE0D-256D-88EA-AEF7869202B9}"/>
              </a:ext>
            </a:extLst>
          </p:cNvPr>
          <p:cNvCxnSpPr>
            <a:cxnSpLocks/>
          </p:cNvCxnSpPr>
          <p:nvPr/>
        </p:nvCxnSpPr>
        <p:spPr>
          <a:xfrm flipV="1">
            <a:off x="7072498" y="2514676"/>
            <a:ext cx="2009603" cy="10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82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6FA24CE1-B9CF-AF56-3E92-1C6021C50499}"/>
              </a:ext>
            </a:extLst>
          </p:cNvPr>
          <p:cNvSpPr/>
          <p:nvPr/>
        </p:nvSpPr>
        <p:spPr>
          <a:xfrm>
            <a:off x="9082101" y="393475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AD183-9996-3527-2550-F66F84794682}"/>
              </a:ext>
            </a:extLst>
          </p:cNvPr>
          <p:cNvSpPr txBox="1"/>
          <p:nvPr/>
        </p:nvSpPr>
        <p:spPr>
          <a:xfrm>
            <a:off x="9226325" y="861644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09348F-541F-809D-E3E7-A157B551CB49}"/>
              </a:ext>
            </a:extLst>
          </p:cNvPr>
          <p:cNvSpPr/>
          <p:nvPr/>
        </p:nvSpPr>
        <p:spPr>
          <a:xfrm>
            <a:off x="1024347" y="606319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DC8D292-B81C-127F-5495-6FAD04B38C26}"/>
              </a:ext>
            </a:extLst>
          </p:cNvPr>
          <p:cNvSpPr/>
          <p:nvPr/>
        </p:nvSpPr>
        <p:spPr>
          <a:xfrm>
            <a:off x="1024347" y="1493558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AE5B41-F759-02BE-0B2A-0A1C0E7B260B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364260" y="1000145"/>
            <a:ext cx="3368325" cy="10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F9BA0D-1EA9-21AE-E4B9-7148F69C85C7}"/>
              </a:ext>
            </a:extLst>
          </p:cNvPr>
          <p:cNvSpPr txBox="1"/>
          <p:nvPr/>
        </p:nvSpPr>
        <p:spPr>
          <a:xfrm>
            <a:off x="6035653" y="872614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54DF99-FAF3-F923-CC04-660B40C00238}"/>
              </a:ext>
            </a:extLst>
          </p:cNvPr>
          <p:cNvSpPr/>
          <p:nvPr/>
        </p:nvSpPr>
        <p:spPr>
          <a:xfrm>
            <a:off x="5732585" y="342900"/>
            <a:ext cx="1339913" cy="13364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8207AC-6A8B-1E2D-B339-9C7C6F81F95C}"/>
              </a:ext>
            </a:extLst>
          </p:cNvPr>
          <p:cNvSpPr txBox="1"/>
          <p:nvPr/>
        </p:nvSpPr>
        <p:spPr>
          <a:xfrm>
            <a:off x="5354516" y="1765162"/>
            <a:ext cx="2852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RBAC</a:t>
            </a:r>
          </a:p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Role Base Access Control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96AF8E-0BB7-F51D-9464-F3148DF14CBF}"/>
              </a:ext>
            </a:extLst>
          </p:cNvPr>
          <p:cNvCxnSpPr>
            <a:stCxn id="13" idx="3"/>
            <a:endCxn id="4" idx="3"/>
          </p:cNvCxnSpPr>
          <p:nvPr/>
        </p:nvCxnSpPr>
        <p:spPr>
          <a:xfrm flipV="1">
            <a:off x="7072498" y="1000144"/>
            <a:ext cx="2009603" cy="10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9C6CC35-8049-E893-81A0-4D90DB849AFE}"/>
              </a:ext>
            </a:extLst>
          </p:cNvPr>
          <p:cNvSpPr/>
          <p:nvPr/>
        </p:nvSpPr>
        <p:spPr>
          <a:xfrm>
            <a:off x="8493369" y="3611238"/>
            <a:ext cx="263769" cy="2637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2DCE57-6FB7-F001-01C0-75A9F957A041}"/>
              </a:ext>
            </a:extLst>
          </p:cNvPr>
          <p:cNvSpPr txBox="1"/>
          <p:nvPr/>
        </p:nvSpPr>
        <p:spPr>
          <a:xfrm>
            <a:off x="8472444" y="3967285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3C28EF-961E-3676-8926-7999192A1903}"/>
              </a:ext>
            </a:extLst>
          </p:cNvPr>
          <p:cNvSpPr/>
          <p:nvPr/>
        </p:nvSpPr>
        <p:spPr>
          <a:xfrm>
            <a:off x="6940613" y="3180415"/>
            <a:ext cx="263769" cy="2637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738BBB-0E7A-618E-73D6-49B825FA49C8}"/>
              </a:ext>
            </a:extLst>
          </p:cNvPr>
          <p:cNvSpPr txBox="1"/>
          <p:nvPr/>
        </p:nvSpPr>
        <p:spPr>
          <a:xfrm>
            <a:off x="6787803" y="3536462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09BF19-7D2B-A75C-8EC7-CDC59FA945B9}"/>
              </a:ext>
            </a:extLst>
          </p:cNvPr>
          <p:cNvSpPr/>
          <p:nvPr/>
        </p:nvSpPr>
        <p:spPr>
          <a:xfrm>
            <a:off x="8493369" y="3198000"/>
            <a:ext cx="263769" cy="2637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A76D6B-EA6C-1F22-EFEE-0CCF78F15B70}"/>
              </a:ext>
            </a:extLst>
          </p:cNvPr>
          <p:cNvSpPr/>
          <p:nvPr/>
        </p:nvSpPr>
        <p:spPr>
          <a:xfrm>
            <a:off x="8493369" y="2795954"/>
            <a:ext cx="263769" cy="2637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F5613C-9352-3A57-821C-8017938A63B4}"/>
              </a:ext>
            </a:extLst>
          </p:cNvPr>
          <p:cNvCxnSpPr>
            <a:stCxn id="21" idx="6"/>
            <a:endCxn id="24" idx="2"/>
          </p:cNvCxnSpPr>
          <p:nvPr/>
        </p:nvCxnSpPr>
        <p:spPr>
          <a:xfrm flipV="1">
            <a:off x="7204382" y="2927839"/>
            <a:ext cx="1288987" cy="384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2FEFEF-0F9A-C9F0-F381-2D69996617FC}"/>
              </a:ext>
            </a:extLst>
          </p:cNvPr>
          <p:cNvCxnSpPr>
            <a:stCxn id="21" idx="6"/>
            <a:endCxn id="23" idx="2"/>
          </p:cNvCxnSpPr>
          <p:nvPr/>
        </p:nvCxnSpPr>
        <p:spPr>
          <a:xfrm>
            <a:off x="7204382" y="3312300"/>
            <a:ext cx="1288987" cy="17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D49B0FA-BE59-1602-D813-F94CC365B810}"/>
              </a:ext>
            </a:extLst>
          </p:cNvPr>
          <p:cNvCxnSpPr>
            <a:stCxn id="21" idx="6"/>
            <a:endCxn id="19" idx="2"/>
          </p:cNvCxnSpPr>
          <p:nvPr/>
        </p:nvCxnSpPr>
        <p:spPr>
          <a:xfrm>
            <a:off x="7204382" y="3312300"/>
            <a:ext cx="1288987" cy="430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3FBB2E7-C8C1-9C44-DDB8-EC19144B2A2E}"/>
              </a:ext>
            </a:extLst>
          </p:cNvPr>
          <p:cNvSpPr/>
          <p:nvPr/>
        </p:nvSpPr>
        <p:spPr>
          <a:xfrm>
            <a:off x="5305581" y="2795954"/>
            <a:ext cx="263769" cy="2637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B41827-4A9F-C30D-6998-81F50A1BA81A}"/>
              </a:ext>
            </a:extLst>
          </p:cNvPr>
          <p:cNvSpPr txBox="1"/>
          <p:nvPr/>
        </p:nvSpPr>
        <p:spPr>
          <a:xfrm>
            <a:off x="5183228" y="315200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F87CEA-107A-09E0-A7B9-5AAA86DEDAF5}"/>
              </a:ext>
            </a:extLst>
          </p:cNvPr>
          <p:cNvSpPr/>
          <p:nvPr/>
        </p:nvSpPr>
        <p:spPr>
          <a:xfrm>
            <a:off x="6940613" y="2767176"/>
            <a:ext cx="263769" cy="2637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3A41BD9-1763-2ECE-C259-5E54A48D4363}"/>
              </a:ext>
            </a:extLst>
          </p:cNvPr>
          <p:cNvCxnSpPr>
            <a:stCxn id="34" idx="6"/>
            <a:endCxn id="39" idx="3"/>
          </p:cNvCxnSpPr>
          <p:nvPr/>
        </p:nvCxnSpPr>
        <p:spPr>
          <a:xfrm flipV="1">
            <a:off x="5569350" y="2899061"/>
            <a:ext cx="1371263" cy="28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DFBE0B0-7F60-7F86-4465-AD8DA660A7BD}"/>
              </a:ext>
            </a:extLst>
          </p:cNvPr>
          <p:cNvCxnSpPr>
            <a:stCxn id="34" idx="6"/>
            <a:endCxn id="21" idx="2"/>
          </p:cNvCxnSpPr>
          <p:nvPr/>
        </p:nvCxnSpPr>
        <p:spPr>
          <a:xfrm>
            <a:off x="5569350" y="2927839"/>
            <a:ext cx="1371263" cy="384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9316CA9-CBAC-BB2B-8472-3B5A15C0C09A}"/>
              </a:ext>
            </a:extLst>
          </p:cNvPr>
          <p:cNvSpPr/>
          <p:nvPr/>
        </p:nvSpPr>
        <p:spPr>
          <a:xfrm>
            <a:off x="8493369" y="2382716"/>
            <a:ext cx="263769" cy="2637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8BA6CB3-FB50-CF5A-6D97-80CABB506897}"/>
              </a:ext>
            </a:extLst>
          </p:cNvPr>
          <p:cNvCxnSpPr>
            <a:stCxn id="39" idx="6"/>
            <a:endCxn id="23" idx="2"/>
          </p:cNvCxnSpPr>
          <p:nvPr/>
        </p:nvCxnSpPr>
        <p:spPr>
          <a:xfrm>
            <a:off x="7204382" y="2899061"/>
            <a:ext cx="1288987" cy="43082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BD19B13-BC59-B9A4-110D-566C7AED47AC}"/>
              </a:ext>
            </a:extLst>
          </p:cNvPr>
          <p:cNvCxnSpPr>
            <a:stCxn id="39" idx="6"/>
            <a:endCxn id="45" idx="2"/>
          </p:cNvCxnSpPr>
          <p:nvPr/>
        </p:nvCxnSpPr>
        <p:spPr>
          <a:xfrm flipV="1">
            <a:off x="7204382" y="2514601"/>
            <a:ext cx="1288987" cy="38446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052A842-38C7-9312-D052-305CB3AFE10E}"/>
              </a:ext>
            </a:extLst>
          </p:cNvPr>
          <p:cNvGrpSpPr/>
          <p:nvPr/>
        </p:nvGrpSpPr>
        <p:grpSpPr>
          <a:xfrm>
            <a:off x="1024347" y="4756025"/>
            <a:ext cx="5682202" cy="853818"/>
            <a:chOff x="1024347" y="4346792"/>
            <a:chExt cx="9465226" cy="1422262"/>
          </a:xfrm>
        </p:grpSpPr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C5D00DEE-FA5D-74CC-B7C3-CF9522E7C07E}"/>
                </a:ext>
              </a:extLst>
            </p:cNvPr>
            <p:cNvSpPr/>
            <p:nvPr/>
          </p:nvSpPr>
          <p:spPr>
            <a:xfrm>
              <a:off x="9082101" y="4397367"/>
              <a:ext cx="1407472" cy="1213338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0CC6303-ABC5-238B-345F-CB62AE6A2880}"/>
                </a:ext>
              </a:extLst>
            </p:cNvPr>
            <p:cNvSpPr txBox="1"/>
            <p:nvPr/>
          </p:nvSpPr>
          <p:spPr>
            <a:xfrm>
              <a:off x="9127220" y="4835566"/>
              <a:ext cx="1362353" cy="358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library.service</a:t>
              </a:r>
              <a:endParaRPr lang="es-419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D9003A8-B8FC-3EC9-EC56-2BFBB8AA9699}"/>
                </a:ext>
              </a:extLst>
            </p:cNvPr>
            <p:cNvSpPr/>
            <p:nvPr/>
          </p:nvSpPr>
          <p:spPr>
            <a:xfrm>
              <a:off x="1024347" y="4610211"/>
              <a:ext cx="1339913" cy="7876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5C370827-7370-31FA-F45E-1C64B80E255F}"/>
                </a:ext>
              </a:extLst>
            </p:cNvPr>
            <p:cNvSpPr/>
            <p:nvPr/>
          </p:nvSpPr>
          <p:spPr>
            <a:xfrm>
              <a:off x="1024347" y="5497450"/>
              <a:ext cx="1339913" cy="271604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876C454-7B9B-301B-8B07-ACF508A334BD}"/>
                </a:ext>
              </a:extLst>
            </p:cNvPr>
            <p:cNvCxnSpPr>
              <a:cxnSpLocks/>
              <a:stCxn id="52" idx="3"/>
              <a:endCxn id="56" idx="1"/>
            </p:cNvCxnSpPr>
            <p:nvPr/>
          </p:nvCxnSpPr>
          <p:spPr>
            <a:xfrm>
              <a:off x="2364260" y="5004037"/>
              <a:ext cx="3368325" cy="109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E452D13-D7BD-41BB-5327-EB1E98E476AE}"/>
                </a:ext>
              </a:extLst>
            </p:cNvPr>
            <p:cNvSpPr txBox="1"/>
            <p:nvPr/>
          </p:nvSpPr>
          <p:spPr>
            <a:xfrm>
              <a:off x="5938988" y="4835566"/>
              <a:ext cx="927104" cy="358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Security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8EDBE32-1043-1B11-2373-13B93BDD8A04}"/>
                </a:ext>
              </a:extLst>
            </p:cNvPr>
            <p:cNvSpPr/>
            <p:nvPr/>
          </p:nvSpPr>
          <p:spPr>
            <a:xfrm>
              <a:off x="5732585" y="4346792"/>
              <a:ext cx="1339913" cy="13364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7FFB362-2698-14EA-7676-CFD623782686}"/>
                </a:ext>
              </a:extLst>
            </p:cNvPr>
            <p:cNvCxnSpPr>
              <a:stCxn id="56" idx="3"/>
              <a:endCxn id="50" idx="3"/>
            </p:cNvCxnSpPr>
            <p:nvPr/>
          </p:nvCxnSpPr>
          <p:spPr>
            <a:xfrm flipV="1">
              <a:off x="7072498" y="5004036"/>
              <a:ext cx="2009603" cy="109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79038EB-1DBB-9D0D-1B03-10DFF55B840F}"/>
              </a:ext>
            </a:extLst>
          </p:cNvPr>
          <p:cNvGrpSpPr/>
          <p:nvPr/>
        </p:nvGrpSpPr>
        <p:grpSpPr>
          <a:xfrm>
            <a:off x="1024347" y="5705594"/>
            <a:ext cx="5682202" cy="853818"/>
            <a:chOff x="1024347" y="4346792"/>
            <a:chExt cx="9465226" cy="1422262"/>
          </a:xfrm>
        </p:grpSpPr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4A7CFCFC-D9AF-0DA6-ABDF-C0AD707B65AC}"/>
                </a:ext>
              </a:extLst>
            </p:cNvPr>
            <p:cNvSpPr/>
            <p:nvPr/>
          </p:nvSpPr>
          <p:spPr>
            <a:xfrm>
              <a:off x="9082101" y="4397367"/>
              <a:ext cx="1407472" cy="1213338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C1625E-2DCB-FFB3-DD1D-355720E45F20}"/>
                </a:ext>
              </a:extLst>
            </p:cNvPr>
            <p:cNvSpPr txBox="1"/>
            <p:nvPr/>
          </p:nvSpPr>
          <p:spPr>
            <a:xfrm>
              <a:off x="9127220" y="4835566"/>
              <a:ext cx="1362353" cy="358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library.service</a:t>
              </a:r>
              <a:endParaRPr lang="es-419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55ED2FA3-DAFE-9A48-B873-2DE8F02A4AEA}"/>
                </a:ext>
              </a:extLst>
            </p:cNvPr>
            <p:cNvSpPr/>
            <p:nvPr/>
          </p:nvSpPr>
          <p:spPr>
            <a:xfrm>
              <a:off x="1024347" y="4610211"/>
              <a:ext cx="1339913" cy="7876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810A776B-FEA3-8F6C-BD30-6F4E02A2D81E}"/>
                </a:ext>
              </a:extLst>
            </p:cNvPr>
            <p:cNvSpPr/>
            <p:nvPr/>
          </p:nvSpPr>
          <p:spPr>
            <a:xfrm>
              <a:off x="1024347" y="5497450"/>
              <a:ext cx="1339913" cy="271604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C2A739E0-23B4-552E-B111-617366921B58}"/>
                </a:ext>
              </a:extLst>
            </p:cNvPr>
            <p:cNvCxnSpPr>
              <a:cxnSpLocks/>
              <a:stCxn id="62" idx="3"/>
              <a:endCxn id="66" idx="1"/>
            </p:cNvCxnSpPr>
            <p:nvPr/>
          </p:nvCxnSpPr>
          <p:spPr>
            <a:xfrm>
              <a:off x="2364260" y="5004037"/>
              <a:ext cx="3368325" cy="109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2BB2B87-EE08-662C-2E99-1FD23489A59A}"/>
                </a:ext>
              </a:extLst>
            </p:cNvPr>
            <p:cNvSpPr txBox="1"/>
            <p:nvPr/>
          </p:nvSpPr>
          <p:spPr>
            <a:xfrm>
              <a:off x="5938988" y="4835566"/>
              <a:ext cx="927104" cy="358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Security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061EB038-36A3-54E1-3C53-421D6B941387}"/>
                </a:ext>
              </a:extLst>
            </p:cNvPr>
            <p:cNvSpPr/>
            <p:nvPr/>
          </p:nvSpPr>
          <p:spPr>
            <a:xfrm>
              <a:off x="5732585" y="4346792"/>
              <a:ext cx="1339913" cy="13364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FFF9878-C92F-385B-77B9-B10C7B2589AB}"/>
                </a:ext>
              </a:extLst>
            </p:cNvPr>
            <p:cNvCxnSpPr>
              <a:stCxn id="66" idx="3"/>
              <a:endCxn id="60" idx="3"/>
            </p:cNvCxnSpPr>
            <p:nvPr/>
          </p:nvCxnSpPr>
          <p:spPr>
            <a:xfrm flipV="1">
              <a:off x="7072498" y="5004036"/>
              <a:ext cx="2009603" cy="109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E0BF399-9F12-EF5E-72A6-246391F661A0}"/>
              </a:ext>
            </a:extLst>
          </p:cNvPr>
          <p:cNvGrpSpPr/>
          <p:nvPr/>
        </p:nvGrpSpPr>
        <p:grpSpPr>
          <a:xfrm>
            <a:off x="1024347" y="3842583"/>
            <a:ext cx="5682202" cy="853818"/>
            <a:chOff x="1024347" y="4346792"/>
            <a:chExt cx="9465226" cy="1422262"/>
          </a:xfrm>
        </p:grpSpPr>
        <p:sp>
          <p:nvSpPr>
            <p:cNvPr id="69" name="Hexagon 68">
              <a:extLst>
                <a:ext uri="{FF2B5EF4-FFF2-40B4-BE49-F238E27FC236}">
                  <a16:creationId xmlns:a16="http://schemas.microsoft.com/office/drawing/2014/main" id="{AEB80BE8-7A2E-93E2-6192-F2E159F32B7D}"/>
                </a:ext>
              </a:extLst>
            </p:cNvPr>
            <p:cNvSpPr/>
            <p:nvPr/>
          </p:nvSpPr>
          <p:spPr>
            <a:xfrm>
              <a:off x="9082101" y="4397367"/>
              <a:ext cx="1407472" cy="1213338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CF1E103-249A-312F-38BD-3B9D166CF793}"/>
                </a:ext>
              </a:extLst>
            </p:cNvPr>
            <p:cNvSpPr txBox="1"/>
            <p:nvPr/>
          </p:nvSpPr>
          <p:spPr>
            <a:xfrm>
              <a:off x="9127220" y="4835566"/>
              <a:ext cx="1362353" cy="358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library.service</a:t>
              </a:r>
              <a:endParaRPr lang="es-419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264C628F-6802-1297-FCBD-9CE49B45E43B}"/>
                </a:ext>
              </a:extLst>
            </p:cNvPr>
            <p:cNvSpPr/>
            <p:nvPr/>
          </p:nvSpPr>
          <p:spPr>
            <a:xfrm>
              <a:off x="1024347" y="4610211"/>
              <a:ext cx="1339913" cy="7876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117DAA6C-1CCA-811B-D704-07E17A504ED2}"/>
                </a:ext>
              </a:extLst>
            </p:cNvPr>
            <p:cNvSpPr/>
            <p:nvPr/>
          </p:nvSpPr>
          <p:spPr>
            <a:xfrm>
              <a:off x="1024347" y="5497450"/>
              <a:ext cx="1339913" cy="271604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3CCF7DE-1A1C-337A-5416-73E8E73D34DD}"/>
                </a:ext>
              </a:extLst>
            </p:cNvPr>
            <p:cNvCxnSpPr>
              <a:cxnSpLocks/>
              <a:stCxn id="71" idx="3"/>
              <a:endCxn id="75" idx="1"/>
            </p:cNvCxnSpPr>
            <p:nvPr/>
          </p:nvCxnSpPr>
          <p:spPr>
            <a:xfrm>
              <a:off x="2364260" y="5004037"/>
              <a:ext cx="3368325" cy="109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A3A381E-2E79-AB2B-F5CC-334702324DF6}"/>
                </a:ext>
              </a:extLst>
            </p:cNvPr>
            <p:cNvSpPr txBox="1"/>
            <p:nvPr/>
          </p:nvSpPr>
          <p:spPr>
            <a:xfrm>
              <a:off x="5938988" y="4835566"/>
              <a:ext cx="927104" cy="358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Security</a:t>
              </a: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0C339542-191A-A98B-B6F6-207E34AA9726}"/>
                </a:ext>
              </a:extLst>
            </p:cNvPr>
            <p:cNvSpPr/>
            <p:nvPr/>
          </p:nvSpPr>
          <p:spPr>
            <a:xfrm>
              <a:off x="5732585" y="4346792"/>
              <a:ext cx="1339913" cy="13364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7A3B1D4-FDF2-1713-AE91-AB4E09089C38}"/>
                </a:ext>
              </a:extLst>
            </p:cNvPr>
            <p:cNvCxnSpPr>
              <a:stCxn id="75" idx="3"/>
              <a:endCxn id="69" idx="3"/>
            </p:cNvCxnSpPr>
            <p:nvPr/>
          </p:nvCxnSpPr>
          <p:spPr>
            <a:xfrm flipV="1">
              <a:off x="7072498" y="5004036"/>
              <a:ext cx="2009603" cy="109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7D5E2D5-E688-813B-FE5E-DA263F440CE3}"/>
              </a:ext>
            </a:extLst>
          </p:cNvPr>
          <p:cNvSpPr txBox="1"/>
          <p:nvPr/>
        </p:nvSpPr>
        <p:spPr>
          <a:xfrm>
            <a:off x="197499" y="4142711"/>
            <a:ext cx="835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8DB18D-3AD1-CA81-060B-DA42FFC1E26B}"/>
              </a:ext>
            </a:extLst>
          </p:cNvPr>
          <p:cNvSpPr txBox="1"/>
          <p:nvPr/>
        </p:nvSpPr>
        <p:spPr>
          <a:xfrm>
            <a:off x="197499" y="5014026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6FD541-A490-A97D-5B57-4D10A473E209}"/>
              </a:ext>
            </a:extLst>
          </p:cNvPr>
          <p:cNvSpPr txBox="1"/>
          <p:nvPr/>
        </p:nvSpPr>
        <p:spPr>
          <a:xfrm>
            <a:off x="197499" y="5953301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</a:p>
        </p:txBody>
      </p:sp>
    </p:spTree>
    <p:extLst>
      <p:ext uri="{BB962C8B-B14F-4D97-AF65-F5344CB8AC3E}">
        <p14:creationId xmlns:p14="http://schemas.microsoft.com/office/powerpoint/2010/main" val="257516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4" descr="Key Icon | Line Iconpack | IconsMind">
            <a:extLst>
              <a:ext uri="{FF2B5EF4-FFF2-40B4-BE49-F238E27FC236}">
                <a16:creationId xmlns:a16="http://schemas.microsoft.com/office/drawing/2014/main" id="{13D3DB62-1DF5-87CD-E59C-1F2272EE8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042" y="5642937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4" descr="Key Icon | Line Iconpack | IconsMind">
            <a:extLst>
              <a:ext uri="{FF2B5EF4-FFF2-40B4-BE49-F238E27FC236}">
                <a16:creationId xmlns:a16="http://schemas.microsoft.com/office/drawing/2014/main" id="{BF023A20-6AF3-4B70-4FA1-E73A182C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522" y="5397635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4" descr="Key Icon | Line Iconpack | IconsMind">
            <a:extLst>
              <a:ext uri="{FF2B5EF4-FFF2-40B4-BE49-F238E27FC236}">
                <a16:creationId xmlns:a16="http://schemas.microsoft.com/office/drawing/2014/main" id="{2C0F86CF-BCAE-6042-FEF2-D682D48D9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641" y="5192232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 Icon | Line Iconpack | IconsMind">
            <a:extLst>
              <a:ext uri="{FF2B5EF4-FFF2-40B4-BE49-F238E27FC236}">
                <a16:creationId xmlns:a16="http://schemas.microsoft.com/office/drawing/2014/main" id="{A022A7CB-7917-3917-5318-8426C8C16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190" y="4602646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B1F9FB85-A173-662E-B397-3605AB405447}"/>
              </a:ext>
            </a:extLst>
          </p:cNvPr>
          <p:cNvSpPr/>
          <p:nvPr/>
        </p:nvSpPr>
        <p:spPr>
          <a:xfrm>
            <a:off x="4381778" y="1732670"/>
            <a:ext cx="585276" cy="50454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7AFC2-4E8E-C7A2-1EE7-FD6558F71D02}"/>
              </a:ext>
            </a:extLst>
          </p:cNvPr>
          <p:cNvSpPr txBox="1"/>
          <p:nvPr/>
        </p:nvSpPr>
        <p:spPr>
          <a:xfrm>
            <a:off x="4400540" y="1914889"/>
            <a:ext cx="5774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AC48BB-B298-7804-DFD6-766D8603710A}"/>
              </a:ext>
            </a:extLst>
          </p:cNvPr>
          <p:cNvSpPr/>
          <p:nvPr/>
        </p:nvSpPr>
        <p:spPr>
          <a:xfrm>
            <a:off x="1031082" y="1821179"/>
            <a:ext cx="557183" cy="3275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69C717D-ED54-190F-A7AE-1BD20DB4BF7D}"/>
              </a:ext>
            </a:extLst>
          </p:cNvPr>
          <p:cNvSpPr/>
          <p:nvPr/>
        </p:nvSpPr>
        <p:spPr>
          <a:xfrm>
            <a:off x="1031082" y="2190124"/>
            <a:ext cx="557183" cy="112942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A2327A-7E91-D7CC-DFD6-1FB19486300D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1588265" y="1984945"/>
            <a:ext cx="1400667" cy="4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28F97C-042F-74D3-CED1-AD1DFAB3F279}"/>
              </a:ext>
            </a:extLst>
          </p:cNvPr>
          <p:cNvSpPr txBox="1"/>
          <p:nvPr/>
        </p:nvSpPr>
        <p:spPr>
          <a:xfrm>
            <a:off x="3074762" y="1914889"/>
            <a:ext cx="4154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5AE03A-C5C5-FD60-55C4-FB26B7FFAF69}"/>
              </a:ext>
            </a:extLst>
          </p:cNvPr>
          <p:cNvSpPr/>
          <p:nvPr/>
        </p:nvSpPr>
        <p:spPr>
          <a:xfrm>
            <a:off x="2988932" y="1711640"/>
            <a:ext cx="557183" cy="5557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410506-EB80-71AE-21E4-64658963D91D}"/>
              </a:ext>
            </a:extLst>
          </p:cNvPr>
          <p:cNvCxnSpPr>
            <a:stCxn id="12" idx="3"/>
            <a:endCxn id="6" idx="3"/>
          </p:cNvCxnSpPr>
          <p:nvPr/>
        </p:nvCxnSpPr>
        <p:spPr>
          <a:xfrm flipV="1">
            <a:off x="3546115" y="1984944"/>
            <a:ext cx="835663" cy="4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exagon 14">
            <a:extLst>
              <a:ext uri="{FF2B5EF4-FFF2-40B4-BE49-F238E27FC236}">
                <a16:creationId xmlns:a16="http://schemas.microsoft.com/office/drawing/2014/main" id="{0D08DAED-468F-EAF9-70EE-4F9518C1D06A}"/>
              </a:ext>
            </a:extLst>
          </p:cNvPr>
          <p:cNvSpPr/>
          <p:nvPr/>
        </p:nvSpPr>
        <p:spPr>
          <a:xfrm>
            <a:off x="4381778" y="2390422"/>
            <a:ext cx="585276" cy="50454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76C20F-9163-0CB6-AF5B-D96B8FA099BC}"/>
              </a:ext>
            </a:extLst>
          </p:cNvPr>
          <p:cNvSpPr txBox="1"/>
          <p:nvPr/>
        </p:nvSpPr>
        <p:spPr>
          <a:xfrm>
            <a:off x="4400540" y="2572640"/>
            <a:ext cx="5774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C56AD1-8F67-B1E8-118B-0644A48725FA}"/>
              </a:ext>
            </a:extLst>
          </p:cNvPr>
          <p:cNvSpPr/>
          <p:nvPr/>
        </p:nvSpPr>
        <p:spPr>
          <a:xfrm>
            <a:off x="1031082" y="2478930"/>
            <a:ext cx="557183" cy="3275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2B3DB534-9305-B10A-B975-8D5AACF48B2B}"/>
              </a:ext>
            </a:extLst>
          </p:cNvPr>
          <p:cNvSpPr/>
          <p:nvPr/>
        </p:nvSpPr>
        <p:spPr>
          <a:xfrm>
            <a:off x="1031082" y="2847875"/>
            <a:ext cx="557183" cy="112942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D4B74C-EDB0-2685-F605-08CEFB203691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1588265" y="2642696"/>
            <a:ext cx="1400667" cy="4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222A2A9-45E8-8B50-7A77-EEFCEDEFFC7D}"/>
              </a:ext>
            </a:extLst>
          </p:cNvPr>
          <p:cNvSpPr txBox="1"/>
          <p:nvPr/>
        </p:nvSpPr>
        <p:spPr>
          <a:xfrm>
            <a:off x="3074762" y="2572640"/>
            <a:ext cx="4154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4714460-C1DE-4D37-9E51-38A6904D3B9F}"/>
              </a:ext>
            </a:extLst>
          </p:cNvPr>
          <p:cNvSpPr/>
          <p:nvPr/>
        </p:nvSpPr>
        <p:spPr>
          <a:xfrm>
            <a:off x="2988932" y="2369391"/>
            <a:ext cx="557183" cy="5557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17A2DB-3561-2AF0-1856-C702CD59DB10}"/>
              </a:ext>
            </a:extLst>
          </p:cNvPr>
          <p:cNvCxnSpPr>
            <a:stCxn id="21" idx="3"/>
            <a:endCxn id="15" idx="3"/>
          </p:cNvCxnSpPr>
          <p:nvPr/>
        </p:nvCxnSpPr>
        <p:spPr>
          <a:xfrm flipV="1">
            <a:off x="3546115" y="2642696"/>
            <a:ext cx="835663" cy="4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Hexagon 23">
            <a:extLst>
              <a:ext uri="{FF2B5EF4-FFF2-40B4-BE49-F238E27FC236}">
                <a16:creationId xmlns:a16="http://schemas.microsoft.com/office/drawing/2014/main" id="{EEF12D6A-D9D7-AB50-EC39-BF52C557DCEC}"/>
              </a:ext>
            </a:extLst>
          </p:cNvPr>
          <p:cNvSpPr/>
          <p:nvPr/>
        </p:nvSpPr>
        <p:spPr>
          <a:xfrm>
            <a:off x="4381778" y="1099944"/>
            <a:ext cx="585276" cy="50454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A31C8E-E93F-B5A3-7A46-3AC6899094B3}"/>
              </a:ext>
            </a:extLst>
          </p:cNvPr>
          <p:cNvSpPr txBox="1"/>
          <p:nvPr/>
        </p:nvSpPr>
        <p:spPr>
          <a:xfrm>
            <a:off x="4400540" y="1282162"/>
            <a:ext cx="5774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A05CF93-B2E2-B434-0DAB-C55D8598084C}"/>
              </a:ext>
            </a:extLst>
          </p:cNvPr>
          <p:cNvSpPr/>
          <p:nvPr/>
        </p:nvSpPr>
        <p:spPr>
          <a:xfrm>
            <a:off x="1031082" y="1188452"/>
            <a:ext cx="557183" cy="3275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8888B16E-BE85-092F-31B3-9C1494901094}"/>
              </a:ext>
            </a:extLst>
          </p:cNvPr>
          <p:cNvSpPr/>
          <p:nvPr/>
        </p:nvSpPr>
        <p:spPr>
          <a:xfrm>
            <a:off x="1031082" y="1557397"/>
            <a:ext cx="557183" cy="112942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11F0FB0-8B3B-7432-6E5F-65F845F784EB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>
            <a:off x="1588265" y="1352218"/>
            <a:ext cx="1400667" cy="4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2743943-E64F-9A92-4B92-A540AD01A36B}"/>
              </a:ext>
            </a:extLst>
          </p:cNvPr>
          <p:cNvSpPr txBox="1"/>
          <p:nvPr/>
        </p:nvSpPr>
        <p:spPr>
          <a:xfrm>
            <a:off x="3074762" y="1282162"/>
            <a:ext cx="4154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B1791FE-7727-9248-73FA-D7F552B5C1F0}"/>
              </a:ext>
            </a:extLst>
          </p:cNvPr>
          <p:cNvSpPr/>
          <p:nvPr/>
        </p:nvSpPr>
        <p:spPr>
          <a:xfrm>
            <a:off x="2988932" y="1078913"/>
            <a:ext cx="557183" cy="5557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2E5473F-E79D-65F8-AB48-2F1752BEAFD3}"/>
              </a:ext>
            </a:extLst>
          </p:cNvPr>
          <p:cNvCxnSpPr>
            <a:stCxn id="30" idx="3"/>
            <a:endCxn id="24" idx="3"/>
          </p:cNvCxnSpPr>
          <p:nvPr/>
        </p:nvCxnSpPr>
        <p:spPr>
          <a:xfrm flipV="1">
            <a:off x="3546115" y="1352218"/>
            <a:ext cx="835663" cy="4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1C21DA-0217-DB74-3869-07A6DC3AF426}"/>
              </a:ext>
            </a:extLst>
          </p:cNvPr>
          <p:cNvSpPr txBox="1"/>
          <p:nvPr/>
        </p:nvSpPr>
        <p:spPr>
          <a:xfrm>
            <a:off x="299792" y="1286807"/>
            <a:ext cx="731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67EF37-C485-7AF6-2F97-5011C704E7CE}"/>
              </a:ext>
            </a:extLst>
          </p:cNvPr>
          <p:cNvSpPr txBox="1"/>
          <p:nvPr/>
        </p:nvSpPr>
        <p:spPr>
          <a:xfrm>
            <a:off x="299792" y="1890353"/>
            <a:ext cx="731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E1F2F4-97BE-578C-9930-E8B18FAEFC8D}"/>
              </a:ext>
            </a:extLst>
          </p:cNvPr>
          <p:cNvSpPr txBox="1"/>
          <p:nvPr/>
        </p:nvSpPr>
        <p:spPr>
          <a:xfrm>
            <a:off x="299792" y="2540974"/>
            <a:ext cx="7393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7A86B797-D4EE-9099-14EE-0D483D2AC050}"/>
              </a:ext>
            </a:extLst>
          </p:cNvPr>
          <p:cNvSpPr/>
          <p:nvPr/>
        </p:nvSpPr>
        <p:spPr>
          <a:xfrm>
            <a:off x="2901037" y="3539"/>
            <a:ext cx="489733" cy="4221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07E979-99A7-E4CA-AB77-83102B116CF8}"/>
              </a:ext>
            </a:extLst>
          </p:cNvPr>
          <p:cNvSpPr txBox="1"/>
          <p:nvPr/>
        </p:nvSpPr>
        <p:spPr>
          <a:xfrm>
            <a:off x="3287069" y="91520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LDAP</a:t>
            </a:r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805B3649-CE6E-E051-21A4-21BA71493E7B}"/>
              </a:ext>
            </a:extLst>
          </p:cNvPr>
          <p:cNvCxnSpPr>
            <a:stCxn id="30" idx="3"/>
            <a:endCxn id="37" idx="3"/>
          </p:cNvCxnSpPr>
          <p:nvPr/>
        </p:nvCxnSpPr>
        <p:spPr>
          <a:xfrm flipV="1">
            <a:off x="3546115" y="214631"/>
            <a:ext cx="259045" cy="1142149"/>
          </a:xfrm>
          <a:prstGeom prst="curvedConnector3">
            <a:avLst>
              <a:gd name="adj1" fmla="val 1882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7DDC1D32-2633-AA16-2103-52C55D807C5D}"/>
              </a:ext>
            </a:extLst>
          </p:cNvPr>
          <p:cNvCxnSpPr>
            <a:cxnSpLocks/>
            <a:stCxn id="12" idx="3"/>
            <a:endCxn id="37" idx="3"/>
          </p:cNvCxnSpPr>
          <p:nvPr/>
        </p:nvCxnSpPr>
        <p:spPr>
          <a:xfrm flipV="1">
            <a:off x="3546115" y="214631"/>
            <a:ext cx="259045" cy="1774876"/>
          </a:xfrm>
          <a:prstGeom prst="curvedConnector3">
            <a:avLst>
              <a:gd name="adj1" fmla="val 1882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FC349F1A-D532-9972-7C05-19AA3F8D45A7}"/>
              </a:ext>
            </a:extLst>
          </p:cNvPr>
          <p:cNvCxnSpPr>
            <a:cxnSpLocks/>
            <a:stCxn id="21" idx="3"/>
            <a:endCxn id="37" idx="3"/>
          </p:cNvCxnSpPr>
          <p:nvPr/>
        </p:nvCxnSpPr>
        <p:spPr>
          <a:xfrm flipV="1">
            <a:off x="3546115" y="214631"/>
            <a:ext cx="259045" cy="2432627"/>
          </a:xfrm>
          <a:prstGeom prst="curvedConnector3">
            <a:avLst>
              <a:gd name="adj1" fmla="val 1882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Hexagon 45">
            <a:extLst>
              <a:ext uri="{FF2B5EF4-FFF2-40B4-BE49-F238E27FC236}">
                <a16:creationId xmlns:a16="http://schemas.microsoft.com/office/drawing/2014/main" id="{99872AF3-A2AB-1514-64E9-352627C5E14C}"/>
              </a:ext>
            </a:extLst>
          </p:cNvPr>
          <p:cNvSpPr/>
          <p:nvPr/>
        </p:nvSpPr>
        <p:spPr>
          <a:xfrm>
            <a:off x="9844996" y="1732670"/>
            <a:ext cx="585276" cy="50454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F8C66F-3242-FB14-9683-387988584D87}"/>
              </a:ext>
            </a:extLst>
          </p:cNvPr>
          <p:cNvSpPr txBox="1"/>
          <p:nvPr/>
        </p:nvSpPr>
        <p:spPr>
          <a:xfrm>
            <a:off x="9863758" y="1914889"/>
            <a:ext cx="5774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5EE31D3-43B1-899E-0908-5FB54F61F59E}"/>
              </a:ext>
            </a:extLst>
          </p:cNvPr>
          <p:cNvSpPr/>
          <p:nvPr/>
        </p:nvSpPr>
        <p:spPr>
          <a:xfrm>
            <a:off x="6494300" y="1821179"/>
            <a:ext cx="557183" cy="3275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DBD3F6E8-8F38-96D1-8FA1-CFA81580D830}"/>
              </a:ext>
            </a:extLst>
          </p:cNvPr>
          <p:cNvSpPr/>
          <p:nvPr/>
        </p:nvSpPr>
        <p:spPr>
          <a:xfrm>
            <a:off x="6494300" y="2190124"/>
            <a:ext cx="557183" cy="112942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54" name="Hexagon 53">
            <a:extLst>
              <a:ext uri="{FF2B5EF4-FFF2-40B4-BE49-F238E27FC236}">
                <a16:creationId xmlns:a16="http://schemas.microsoft.com/office/drawing/2014/main" id="{00A6EF59-458C-6EA6-89C5-8814718F9035}"/>
              </a:ext>
            </a:extLst>
          </p:cNvPr>
          <p:cNvSpPr/>
          <p:nvPr/>
        </p:nvSpPr>
        <p:spPr>
          <a:xfrm>
            <a:off x="9844996" y="2390422"/>
            <a:ext cx="585276" cy="50454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7893E4-F596-C76A-B5FB-8A06C6C339CA}"/>
              </a:ext>
            </a:extLst>
          </p:cNvPr>
          <p:cNvSpPr txBox="1"/>
          <p:nvPr/>
        </p:nvSpPr>
        <p:spPr>
          <a:xfrm>
            <a:off x="9863758" y="2572640"/>
            <a:ext cx="5774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BBE9EEB-E963-60E0-E192-A4AE7B97C40F}"/>
              </a:ext>
            </a:extLst>
          </p:cNvPr>
          <p:cNvSpPr/>
          <p:nvPr/>
        </p:nvSpPr>
        <p:spPr>
          <a:xfrm>
            <a:off x="6494300" y="2478930"/>
            <a:ext cx="557183" cy="3275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7CACB1DE-BBDF-EDDD-D960-FD09078551D2}"/>
              </a:ext>
            </a:extLst>
          </p:cNvPr>
          <p:cNvSpPr/>
          <p:nvPr/>
        </p:nvSpPr>
        <p:spPr>
          <a:xfrm>
            <a:off x="6494300" y="2847875"/>
            <a:ext cx="557183" cy="112942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62" name="Hexagon 61">
            <a:extLst>
              <a:ext uri="{FF2B5EF4-FFF2-40B4-BE49-F238E27FC236}">
                <a16:creationId xmlns:a16="http://schemas.microsoft.com/office/drawing/2014/main" id="{267B4E55-534F-BE2B-852C-2DAEA37ACE36}"/>
              </a:ext>
            </a:extLst>
          </p:cNvPr>
          <p:cNvSpPr/>
          <p:nvPr/>
        </p:nvSpPr>
        <p:spPr>
          <a:xfrm>
            <a:off x="9844996" y="1099944"/>
            <a:ext cx="585276" cy="50454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6EEFF4-4A7F-8A0F-2C9B-FB2D3A7744B5}"/>
              </a:ext>
            </a:extLst>
          </p:cNvPr>
          <p:cNvSpPr txBox="1"/>
          <p:nvPr/>
        </p:nvSpPr>
        <p:spPr>
          <a:xfrm>
            <a:off x="9863758" y="1282162"/>
            <a:ext cx="5774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5AE83E6-649C-7171-769F-69A6A1D81746}"/>
              </a:ext>
            </a:extLst>
          </p:cNvPr>
          <p:cNvSpPr/>
          <p:nvPr/>
        </p:nvSpPr>
        <p:spPr>
          <a:xfrm>
            <a:off x="6494300" y="1188452"/>
            <a:ext cx="557183" cy="3275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65" name="Parallelogram 64">
            <a:extLst>
              <a:ext uri="{FF2B5EF4-FFF2-40B4-BE49-F238E27FC236}">
                <a16:creationId xmlns:a16="http://schemas.microsoft.com/office/drawing/2014/main" id="{0559E7A2-E3ED-1A01-5F8B-51492A623890}"/>
              </a:ext>
            </a:extLst>
          </p:cNvPr>
          <p:cNvSpPr/>
          <p:nvPr/>
        </p:nvSpPr>
        <p:spPr>
          <a:xfrm>
            <a:off x="6494300" y="1557397"/>
            <a:ext cx="557183" cy="112942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11EF9C-F234-51EA-1443-525CED00516E}"/>
              </a:ext>
            </a:extLst>
          </p:cNvPr>
          <p:cNvSpPr txBox="1"/>
          <p:nvPr/>
        </p:nvSpPr>
        <p:spPr>
          <a:xfrm>
            <a:off x="8452150" y="1813408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419" sz="700" dirty="0" err="1">
                <a:latin typeface="Arial" panose="020B0604020202020204" pitchFamily="34" charset="0"/>
                <a:cs typeface="Arial" panose="020B0604020202020204" pitchFamily="34" charset="0"/>
              </a:rPr>
              <a:t>Identity</a:t>
            </a:r>
            <a:endParaRPr lang="es-419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419" sz="700" dirty="0">
                <a:latin typeface="Arial" panose="020B0604020202020204" pitchFamily="34" charset="0"/>
                <a:cs typeface="Arial" panose="020B0604020202020204" pitchFamily="34" charset="0"/>
              </a:rPr>
              <a:t>Proveedor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3897508-5212-A728-30A4-05D71E94DADD}"/>
              </a:ext>
            </a:extLst>
          </p:cNvPr>
          <p:cNvSpPr/>
          <p:nvPr/>
        </p:nvSpPr>
        <p:spPr>
          <a:xfrm>
            <a:off x="8452150" y="1078913"/>
            <a:ext cx="557183" cy="18819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8B2324-4E34-57F7-DF68-09CE56992A4B}"/>
              </a:ext>
            </a:extLst>
          </p:cNvPr>
          <p:cNvSpPr txBox="1"/>
          <p:nvPr/>
        </p:nvSpPr>
        <p:spPr>
          <a:xfrm>
            <a:off x="5763010" y="1286807"/>
            <a:ext cx="731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56F3D2-5942-BEB5-9A88-7B32925635DC}"/>
              </a:ext>
            </a:extLst>
          </p:cNvPr>
          <p:cNvSpPr txBox="1"/>
          <p:nvPr/>
        </p:nvSpPr>
        <p:spPr>
          <a:xfrm>
            <a:off x="5763010" y="1890353"/>
            <a:ext cx="731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60CE51-3C17-C4D4-B3C8-AD526438EB8F}"/>
              </a:ext>
            </a:extLst>
          </p:cNvPr>
          <p:cNvSpPr txBox="1"/>
          <p:nvPr/>
        </p:nvSpPr>
        <p:spPr>
          <a:xfrm>
            <a:off x="5763010" y="2540974"/>
            <a:ext cx="7393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</a:p>
        </p:txBody>
      </p: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9A4C3FEF-BA03-9590-8113-7F066E390699}"/>
              </a:ext>
            </a:extLst>
          </p:cNvPr>
          <p:cNvSpPr/>
          <p:nvPr/>
        </p:nvSpPr>
        <p:spPr>
          <a:xfrm>
            <a:off x="9600129" y="91520"/>
            <a:ext cx="489733" cy="4221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01D983-9048-D885-D3EA-A082F69AC932}"/>
              </a:ext>
            </a:extLst>
          </p:cNvPr>
          <p:cNvSpPr txBox="1"/>
          <p:nvPr/>
        </p:nvSpPr>
        <p:spPr>
          <a:xfrm>
            <a:off x="9986161" y="179501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LDAP</a:t>
            </a:r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4FEC855B-3CD7-B522-DAA1-AE4F40ECC9EE}"/>
              </a:ext>
            </a:extLst>
          </p:cNvPr>
          <p:cNvCxnSpPr>
            <a:stCxn id="68" idx="0"/>
            <a:endCxn id="73" idx="1"/>
          </p:cNvCxnSpPr>
          <p:nvPr/>
        </p:nvCxnSpPr>
        <p:spPr>
          <a:xfrm rot="5400000" flipH="1" flipV="1">
            <a:off x="8838502" y="194853"/>
            <a:ext cx="776301" cy="9918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CBE5FA0-A993-4333-7BC6-37EC458E4BD0}"/>
              </a:ext>
            </a:extLst>
          </p:cNvPr>
          <p:cNvCxnSpPr>
            <a:cxnSpLocks/>
            <a:stCxn id="64" idx="3"/>
            <a:endCxn id="68" idx="1"/>
          </p:cNvCxnSpPr>
          <p:nvPr/>
        </p:nvCxnSpPr>
        <p:spPr>
          <a:xfrm>
            <a:off x="7051483" y="1352219"/>
            <a:ext cx="1400667" cy="667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0998812-1B4C-8946-F8FA-CAB229710630}"/>
              </a:ext>
            </a:extLst>
          </p:cNvPr>
          <p:cNvCxnSpPr>
            <a:stCxn id="48" idx="3"/>
            <a:endCxn id="68" idx="1"/>
          </p:cNvCxnSpPr>
          <p:nvPr/>
        </p:nvCxnSpPr>
        <p:spPr>
          <a:xfrm>
            <a:off x="7051483" y="1984946"/>
            <a:ext cx="1400667" cy="34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C8BEA86-B69F-4846-3EDF-B1AC67B36021}"/>
              </a:ext>
            </a:extLst>
          </p:cNvPr>
          <p:cNvCxnSpPr>
            <a:stCxn id="56" idx="3"/>
            <a:endCxn id="68" idx="1"/>
          </p:cNvCxnSpPr>
          <p:nvPr/>
        </p:nvCxnSpPr>
        <p:spPr>
          <a:xfrm flipV="1">
            <a:off x="7051483" y="2019865"/>
            <a:ext cx="1400667" cy="62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3F8BEAC-037D-7732-138A-F7071345E71F}"/>
              </a:ext>
            </a:extLst>
          </p:cNvPr>
          <p:cNvCxnSpPr>
            <a:stCxn id="68" idx="3"/>
            <a:endCxn id="63" idx="1"/>
          </p:cNvCxnSpPr>
          <p:nvPr/>
        </p:nvCxnSpPr>
        <p:spPr>
          <a:xfrm flipV="1">
            <a:off x="9009333" y="1366801"/>
            <a:ext cx="854425" cy="653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65E8142-F7DD-9E50-E645-8911EDE7A973}"/>
              </a:ext>
            </a:extLst>
          </p:cNvPr>
          <p:cNvCxnSpPr>
            <a:cxnSpLocks/>
            <a:stCxn id="68" idx="3"/>
            <a:endCxn id="46" idx="3"/>
          </p:cNvCxnSpPr>
          <p:nvPr/>
        </p:nvCxnSpPr>
        <p:spPr>
          <a:xfrm flipV="1">
            <a:off x="9009333" y="1984944"/>
            <a:ext cx="835663" cy="34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1505F98-3AA2-E38C-7B2E-315E32E4026E}"/>
              </a:ext>
            </a:extLst>
          </p:cNvPr>
          <p:cNvCxnSpPr>
            <a:cxnSpLocks/>
            <a:stCxn id="68" idx="3"/>
            <a:endCxn id="54" idx="3"/>
          </p:cNvCxnSpPr>
          <p:nvPr/>
        </p:nvCxnSpPr>
        <p:spPr>
          <a:xfrm>
            <a:off x="9009333" y="2019865"/>
            <a:ext cx="835663" cy="622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Hexagon 97">
            <a:extLst>
              <a:ext uri="{FF2B5EF4-FFF2-40B4-BE49-F238E27FC236}">
                <a16:creationId xmlns:a16="http://schemas.microsoft.com/office/drawing/2014/main" id="{F8945E67-19E8-705A-755A-C85B8F6C30CA}"/>
              </a:ext>
            </a:extLst>
          </p:cNvPr>
          <p:cNvSpPr/>
          <p:nvPr/>
        </p:nvSpPr>
        <p:spPr>
          <a:xfrm>
            <a:off x="8985766" y="4447064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EB08182-D66D-3CB7-A3A6-62547CA86F61}"/>
              </a:ext>
            </a:extLst>
          </p:cNvPr>
          <p:cNvSpPr txBox="1"/>
          <p:nvPr/>
        </p:nvSpPr>
        <p:spPr>
          <a:xfrm>
            <a:off x="9129990" y="4915233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3EDE893-95B9-A5D9-1F5A-96C317C034FF}"/>
              </a:ext>
            </a:extLst>
          </p:cNvPr>
          <p:cNvSpPr/>
          <p:nvPr/>
        </p:nvSpPr>
        <p:spPr>
          <a:xfrm>
            <a:off x="928012" y="4659908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1" name="Parallelogram 100">
            <a:extLst>
              <a:ext uri="{FF2B5EF4-FFF2-40B4-BE49-F238E27FC236}">
                <a16:creationId xmlns:a16="http://schemas.microsoft.com/office/drawing/2014/main" id="{B44A5977-4673-A3AF-CDBC-2AC93418CEE1}"/>
              </a:ext>
            </a:extLst>
          </p:cNvPr>
          <p:cNvSpPr/>
          <p:nvPr/>
        </p:nvSpPr>
        <p:spPr>
          <a:xfrm>
            <a:off x="928012" y="5547147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8671AB-180A-6885-584A-64F35CE7269A}"/>
              </a:ext>
            </a:extLst>
          </p:cNvPr>
          <p:cNvSpPr txBox="1"/>
          <p:nvPr/>
        </p:nvSpPr>
        <p:spPr>
          <a:xfrm>
            <a:off x="5782098" y="5835889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Authorization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35474D1D-34EC-1A37-FAD8-E64BDCFDCFDB}"/>
              </a:ext>
            </a:extLst>
          </p:cNvPr>
          <p:cNvSpPr/>
          <p:nvPr/>
        </p:nvSpPr>
        <p:spPr>
          <a:xfrm>
            <a:off x="5636250" y="5660401"/>
            <a:ext cx="1339913" cy="673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2B0720B-0ACD-5BA6-5E39-C7D3654BB664}"/>
              </a:ext>
            </a:extLst>
          </p:cNvPr>
          <p:cNvCxnSpPr>
            <a:cxnSpLocks/>
            <a:stCxn id="104" idx="3"/>
            <a:endCxn id="98" idx="3"/>
          </p:cNvCxnSpPr>
          <p:nvPr/>
        </p:nvCxnSpPr>
        <p:spPr>
          <a:xfrm flipV="1">
            <a:off x="6976163" y="5053733"/>
            <a:ext cx="2009603" cy="943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7B7D749-D310-1173-4BE2-6CEBC1CAE012}"/>
              </a:ext>
            </a:extLst>
          </p:cNvPr>
          <p:cNvSpPr txBox="1"/>
          <p:nvPr/>
        </p:nvSpPr>
        <p:spPr>
          <a:xfrm>
            <a:off x="5743626" y="3970617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DC6BC07-A94D-3C4E-36FB-C92A8D3D83C0}"/>
              </a:ext>
            </a:extLst>
          </p:cNvPr>
          <p:cNvSpPr/>
          <p:nvPr/>
        </p:nvSpPr>
        <p:spPr>
          <a:xfrm>
            <a:off x="5636250" y="3757707"/>
            <a:ext cx="1339913" cy="7028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21" name="Connector: Curved 120">
            <a:extLst>
              <a:ext uri="{FF2B5EF4-FFF2-40B4-BE49-F238E27FC236}">
                <a16:creationId xmlns:a16="http://schemas.microsoft.com/office/drawing/2014/main" id="{27AEF157-3835-6643-A75B-166A77FA6C4A}"/>
              </a:ext>
            </a:extLst>
          </p:cNvPr>
          <p:cNvCxnSpPr>
            <a:cxnSpLocks/>
            <a:stCxn id="100" idx="0"/>
            <a:endCxn id="109" idx="0"/>
          </p:cNvCxnSpPr>
          <p:nvPr/>
        </p:nvCxnSpPr>
        <p:spPr>
          <a:xfrm rot="5400000" flipH="1" flipV="1">
            <a:off x="3500988" y="1854689"/>
            <a:ext cx="902201" cy="4708238"/>
          </a:xfrm>
          <a:prstGeom prst="curvedConnector3">
            <a:avLst>
              <a:gd name="adj1" fmla="val 1253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2ADBDF15-AD2E-A380-152C-B9684A69D8CA}"/>
              </a:ext>
            </a:extLst>
          </p:cNvPr>
          <p:cNvCxnSpPr>
            <a:cxnSpLocks/>
            <a:stCxn id="109" idx="2"/>
            <a:endCxn id="100" idx="3"/>
          </p:cNvCxnSpPr>
          <p:nvPr/>
        </p:nvCxnSpPr>
        <p:spPr>
          <a:xfrm rot="5400000">
            <a:off x="3990463" y="2737990"/>
            <a:ext cx="593206" cy="40382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echnology, Accessibility, Credentials, Identity, credential, Access,  identification icon">
            <a:extLst>
              <a:ext uri="{FF2B5EF4-FFF2-40B4-BE49-F238E27FC236}">
                <a16:creationId xmlns:a16="http://schemas.microsoft.com/office/drawing/2014/main" id="{026AD0B5-8D1B-2509-F83F-885D4961D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029" y="3538209"/>
            <a:ext cx="327570" cy="32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64A74D6E-E803-4B28-2410-D16D210736FB}"/>
              </a:ext>
            </a:extLst>
          </p:cNvPr>
          <p:cNvSpPr/>
          <p:nvPr/>
        </p:nvSpPr>
        <p:spPr>
          <a:xfrm>
            <a:off x="5495192" y="3535078"/>
            <a:ext cx="1652954" cy="292576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3DC326C-4757-2E64-E272-784F71D80126}"/>
              </a:ext>
            </a:extLst>
          </p:cNvPr>
          <p:cNvSpPr txBox="1"/>
          <p:nvPr/>
        </p:nvSpPr>
        <p:spPr>
          <a:xfrm>
            <a:off x="5911323" y="5326853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OAuth</a:t>
            </a: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D4FD0613-9E66-BAA2-8016-AD912452321A}"/>
              </a:ext>
            </a:extLst>
          </p:cNvPr>
          <p:cNvSpPr/>
          <p:nvPr/>
        </p:nvSpPr>
        <p:spPr>
          <a:xfrm>
            <a:off x="2696023" y="1040562"/>
            <a:ext cx="2397610" cy="6190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BDBF3B2F-630A-2EA7-A6FE-5009796F1751}"/>
              </a:ext>
            </a:extLst>
          </p:cNvPr>
          <p:cNvSpPr/>
          <p:nvPr/>
        </p:nvSpPr>
        <p:spPr>
          <a:xfrm>
            <a:off x="2696023" y="1692201"/>
            <a:ext cx="2397610" cy="6190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11BE485F-62F6-26C2-8AFB-2C63133D723E}"/>
              </a:ext>
            </a:extLst>
          </p:cNvPr>
          <p:cNvSpPr/>
          <p:nvPr/>
        </p:nvSpPr>
        <p:spPr>
          <a:xfrm>
            <a:off x="2696023" y="2351696"/>
            <a:ext cx="2397610" cy="6190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44598142-DD81-7018-607B-03459378AAB7}"/>
              </a:ext>
            </a:extLst>
          </p:cNvPr>
          <p:cNvCxnSpPr>
            <a:cxnSpLocks/>
          </p:cNvCxnSpPr>
          <p:nvPr/>
        </p:nvCxnSpPr>
        <p:spPr>
          <a:xfrm>
            <a:off x="296993" y="3112476"/>
            <a:ext cx="116633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: Curved 1037">
            <a:extLst>
              <a:ext uri="{FF2B5EF4-FFF2-40B4-BE49-F238E27FC236}">
                <a16:creationId xmlns:a16="http://schemas.microsoft.com/office/drawing/2014/main" id="{7DD1043D-1E73-CD1C-308E-9304C666A893}"/>
              </a:ext>
            </a:extLst>
          </p:cNvPr>
          <p:cNvCxnSpPr>
            <a:stCxn id="100" idx="3"/>
            <a:endCxn id="104" idx="0"/>
          </p:cNvCxnSpPr>
          <p:nvPr/>
        </p:nvCxnSpPr>
        <p:spPr>
          <a:xfrm>
            <a:off x="2267925" y="5053734"/>
            <a:ext cx="4038282" cy="6066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: Curved 1039">
            <a:extLst>
              <a:ext uri="{FF2B5EF4-FFF2-40B4-BE49-F238E27FC236}">
                <a16:creationId xmlns:a16="http://schemas.microsoft.com/office/drawing/2014/main" id="{8ADEFA1C-1204-986C-7EAF-3D28D6378713}"/>
              </a:ext>
            </a:extLst>
          </p:cNvPr>
          <p:cNvCxnSpPr>
            <a:cxnSpLocks/>
            <a:stCxn id="101" idx="4"/>
            <a:endCxn id="104" idx="2"/>
          </p:cNvCxnSpPr>
          <p:nvPr/>
        </p:nvCxnSpPr>
        <p:spPr>
          <a:xfrm rot="16200000" flipH="1">
            <a:off x="3694283" y="3722437"/>
            <a:ext cx="515611" cy="4708238"/>
          </a:xfrm>
          <a:prstGeom prst="curvedConnector3">
            <a:avLst>
              <a:gd name="adj1" fmla="val 1443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368E690C-2036-8B31-4DD7-23D9C3DEC2BB}"/>
              </a:ext>
            </a:extLst>
          </p:cNvPr>
          <p:cNvSpPr txBox="1"/>
          <p:nvPr/>
        </p:nvSpPr>
        <p:spPr>
          <a:xfrm>
            <a:off x="4140684" y="5428671"/>
            <a:ext cx="762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Id Token</a:t>
            </a:r>
          </a:p>
        </p:txBody>
      </p:sp>
      <p:pic>
        <p:nvPicPr>
          <p:cNvPr id="1043" name="Picture 4" descr="Key Icon | Line Iconpack | IconsMind">
            <a:extLst>
              <a:ext uri="{FF2B5EF4-FFF2-40B4-BE49-F238E27FC236}">
                <a16:creationId xmlns:a16="http://schemas.microsoft.com/office/drawing/2014/main" id="{FB6C85BC-1D51-49D6-0ED7-FC4D8885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641" y="5911277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TextBox 1043">
            <a:extLst>
              <a:ext uri="{FF2B5EF4-FFF2-40B4-BE49-F238E27FC236}">
                <a16:creationId xmlns:a16="http://schemas.microsoft.com/office/drawing/2014/main" id="{7FA4F9A9-7E56-A1F4-67C7-EB1DCD9A97DC}"/>
              </a:ext>
            </a:extLst>
          </p:cNvPr>
          <p:cNvSpPr txBox="1"/>
          <p:nvPr/>
        </p:nvSpPr>
        <p:spPr>
          <a:xfrm>
            <a:off x="4140684" y="6147716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pic>
        <p:nvPicPr>
          <p:cNvPr id="1047" name="Picture 2" descr="technology, Accessibility, Credentials, Identity, credential, Access,  identification icon">
            <a:extLst>
              <a:ext uri="{FF2B5EF4-FFF2-40B4-BE49-F238E27FC236}">
                <a16:creationId xmlns:a16="http://schemas.microsoft.com/office/drawing/2014/main" id="{39FE255A-119A-404A-F652-0D47FECAE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675" y="5183838"/>
            <a:ext cx="327570" cy="32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4" descr="Key Icon | Line Iconpack | IconsMind">
            <a:extLst>
              <a:ext uri="{FF2B5EF4-FFF2-40B4-BE49-F238E27FC236}">
                <a16:creationId xmlns:a16="http://schemas.microsoft.com/office/drawing/2014/main" id="{EE593BFD-F799-6F2F-4FAF-271F12D5B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45" y="4915233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373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Picture 4" descr="Key Icon | Line Iconpack | IconsMind">
            <a:extLst>
              <a:ext uri="{FF2B5EF4-FFF2-40B4-BE49-F238E27FC236}">
                <a16:creationId xmlns:a16="http://schemas.microsoft.com/office/drawing/2014/main" id="{BF023A20-6AF3-4B70-4FA1-E73A182C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061" y="2575304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4" descr="Key Icon | Line Iconpack | IconsMind">
            <a:extLst>
              <a:ext uri="{FF2B5EF4-FFF2-40B4-BE49-F238E27FC236}">
                <a16:creationId xmlns:a16="http://schemas.microsoft.com/office/drawing/2014/main" id="{2C0F86CF-BCAE-6042-FEF2-D682D48D9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180" y="2369901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 Icon | Line Iconpack | IconsMind">
            <a:extLst>
              <a:ext uri="{FF2B5EF4-FFF2-40B4-BE49-F238E27FC236}">
                <a16:creationId xmlns:a16="http://schemas.microsoft.com/office/drawing/2014/main" id="{A022A7CB-7917-3917-5318-8426C8C16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729" y="1780315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Hexagon 97">
            <a:extLst>
              <a:ext uri="{FF2B5EF4-FFF2-40B4-BE49-F238E27FC236}">
                <a16:creationId xmlns:a16="http://schemas.microsoft.com/office/drawing/2014/main" id="{F8945E67-19E8-705A-755A-C85B8F6C30CA}"/>
              </a:ext>
            </a:extLst>
          </p:cNvPr>
          <p:cNvSpPr/>
          <p:nvPr/>
        </p:nvSpPr>
        <p:spPr>
          <a:xfrm>
            <a:off x="9513305" y="1624733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EB08182-D66D-3CB7-A3A6-62547CA86F61}"/>
              </a:ext>
            </a:extLst>
          </p:cNvPr>
          <p:cNvSpPr txBox="1"/>
          <p:nvPr/>
        </p:nvSpPr>
        <p:spPr>
          <a:xfrm>
            <a:off x="9657529" y="2092902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3EDE893-95B9-A5D9-1F5A-96C317C034FF}"/>
              </a:ext>
            </a:extLst>
          </p:cNvPr>
          <p:cNvSpPr/>
          <p:nvPr/>
        </p:nvSpPr>
        <p:spPr>
          <a:xfrm>
            <a:off x="1455551" y="1837577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1" name="Parallelogram 100">
            <a:extLst>
              <a:ext uri="{FF2B5EF4-FFF2-40B4-BE49-F238E27FC236}">
                <a16:creationId xmlns:a16="http://schemas.microsoft.com/office/drawing/2014/main" id="{B44A5977-4673-A3AF-CDBC-2AC93418CEE1}"/>
              </a:ext>
            </a:extLst>
          </p:cNvPr>
          <p:cNvSpPr/>
          <p:nvPr/>
        </p:nvSpPr>
        <p:spPr>
          <a:xfrm>
            <a:off x="1455551" y="2724816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8671AB-180A-6885-584A-64F35CE7269A}"/>
              </a:ext>
            </a:extLst>
          </p:cNvPr>
          <p:cNvSpPr txBox="1"/>
          <p:nvPr/>
        </p:nvSpPr>
        <p:spPr>
          <a:xfrm>
            <a:off x="6309637" y="3013558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Authorization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35474D1D-34EC-1A37-FAD8-E64BDCFDCFDB}"/>
              </a:ext>
            </a:extLst>
          </p:cNvPr>
          <p:cNvSpPr/>
          <p:nvPr/>
        </p:nvSpPr>
        <p:spPr>
          <a:xfrm>
            <a:off x="6163789" y="2838070"/>
            <a:ext cx="1339913" cy="673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2B0720B-0ACD-5BA6-5E39-C7D3654BB664}"/>
              </a:ext>
            </a:extLst>
          </p:cNvPr>
          <p:cNvCxnSpPr>
            <a:cxnSpLocks/>
            <a:stCxn id="104" idx="3"/>
            <a:endCxn id="98" idx="3"/>
          </p:cNvCxnSpPr>
          <p:nvPr/>
        </p:nvCxnSpPr>
        <p:spPr>
          <a:xfrm flipV="1">
            <a:off x="7503702" y="2231402"/>
            <a:ext cx="2009603" cy="943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7B7D749-D310-1173-4BE2-6CEBC1CAE012}"/>
              </a:ext>
            </a:extLst>
          </p:cNvPr>
          <p:cNvSpPr txBox="1"/>
          <p:nvPr/>
        </p:nvSpPr>
        <p:spPr>
          <a:xfrm>
            <a:off x="6271165" y="114828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DC6BC07-A94D-3C4E-36FB-C92A8D3D83C0}"/>
              </a:ext>
            </a:extLst>
          </p:cNvPr>
          <p:cNvSpPr/>
          <p:nvPr/>
        </p:nvSpPr>
        <p:spPr>
          <a:xfrm>
            <a:off x="6163789" y="935376"/>
            <a:ext cx="1339913" cy="7028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21" name="Connector: Curved 120">
            <a:extLst>
              <a:ext uri="{FF2B5EF4-FFF2-40B4-BE49-F238E27FC236}">
                <a16:creationId xmlns:a16="http://schemas.microsoft.com/office/drawing/2014/main" id="{27AEF157-3835-6643-A75B-166A77FA6C4A}"/>
              </a:ext>
            </a:extLst>
          </p:cNvPr>
          <p:cNvCxnSpPr>
            <a:cxnSpLocks/>
            <a:stCxn id="100" idx="0"/>
            <a:endCxn id="109" idx="0"/>
          </p:cNvCxnSpPr>
          <p:nvPr/>
        </p:nvCxnSpPr>
        <p:spPr>
          <a:xfrm rot="5400000" flipH="1" flipV="1">
            <a:off x="4028527" y="-967642"/>
            <a:ext cx="902201" cy="4708238"/>
          </a:xfrm>
          <a:prstGeom prst="curvedConnector3">
            <a:avLst>
              <a:gd name="adj1" fmla="val 1253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2ADBDF15-AD2E-A380-152C-B9684A69D8CA}"/>
              </a:ext>
            </a:extLst>
          </p:cNvPr>
          <p:cNvCxnSpPr>
            <a:cxnSpLocks/>
            <a:stCxn id="109" idx="2"/>
            <a:endCxn id="100" idx="3"/>
          </p:cNvCxnSpPr>
          <p:nvPr/>
        </p:nvCxnSpPr>
        <p:spPr>
          <a:xfrm rot="5400000">
            <a:off x="4518002" y="-84341"/>
            <a:ext cx="593206" cy="40382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echnology, Accessibility, Credentials, Identity, credential, Access,  identification icon">
            <a:extLst>
              <a:ext uri="{FF2B5EF4-FFF2-40B4-BE49-F238E27FC236}">
                <a16:creationId xmlns:a16="http://schemas.microsoft.com/office/drawing/2014/main" id="{026AD0B5-8D1B-2509-F83F-885D4961D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568" y="715878"/>
            <a:ext cx="327570" cy="32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64A74D6E-E803-4B28-2410-D16D210736FB}"/>
              </a:ext>
            </a:extLst>
          </p:cNvPr>
          <p:cNvSpPr/>
          <p:nvPr/>
        </p:nvSpPr>
        <p:spPr>
          <a:xfrm>
            <a:off x="6022731" y="712747"/>
            <a:ext cx="1652954" cy="292576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3DC326C-4757-2E64-E272-784F71D80126}"/>
              </a:ext>
            </a:extLst>
          </p:cNvPr>
          <p:cNvSpPr txBox="1"/>
          <p:nvPr/>
        </p:nvSpPr>
        <p:spPr>
          <a:xfrm>
            <a:off x="6438862" y="250452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OAuth</a:t>
            </a:r>
          </a:p>
        </p:txBody>
      </p:sp>
      <p:cxnSp>
        <p:nvCxnSpPr>
          <p:cNvPr id="1038" name="Connector: Curved 1037">
            <a:extLst>
              <a:ext uri="{FF2B5EF4-FFF2-40B4-BE49-F238E27FC236}">
                <a16:creationId xmlns:a16="http://schemas.microsoft.com/office/drawing/2014/main" id="{7DD1043D-1E73-CD1C-308E-9304C666A893}"/>
              </a:ext>
            </a:extLst>
          </p:cNvPr>
          <p:cNvCxnSpPr>
            <a:stCxn id="100" idx="3"/>
            <a:endCxn id="104" idx="0"/>
          </p:cNvCxnSpPr>
          <p:nvPr/>
        </p:nvCxnSpPr>
        <p:spPr>
          <a:xfrm>
            <a:off x="2795464" y="2231403"/>
            <a:ext cx="4038282" cy="6066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: Curved 1039">
            <a:extLst>
              <a:ext uri="{FF2B5EF4-FFF2-40B4-BE49-F238E27FC236}">
                <a16:creationId xmlns:a16="http://schemas.microsoft.com/office/drawing/2014/main" id="{8ADEFA1C-1204-986C-7EAF-3D28D6378713}"/>
              </a:ext>
            </a:extLst>
          </p:cNvPr>
          <p:cNvCxnSpPr>
            <a:cxnSpLocks/>
            <a:stCxn id="104" idx="2"/>
            <a:endCxn id="101" idx="3"/>
          </p:cNvCxnSpPr>
          <p:nvPr/>
        </p:nvCxnSpPr>
        <p:spPr>
          <a:xfrm rot="5400000" flipH="1">
            <a:off x="4204846" y="883132"/>
            <a:ext cx="515611" cy="4742189"/>
          </a:xfrm>
          <a:prstGeom prst="curvedConnector3">
            <a:avLst>
              <a:gd name="adj1" fmla="val -443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368E690C-2036-8B31-4DD7-23D9C3DEC2BB}"/>
              </a:ext>
            </a:extLst>
          </p:cNvPr>
          <p:cNvSpPr txBox="1"/>
          <p:nvPr/>
        </p:nvSpPr>
        <p:spPr>
          <a:xfrm>
            <a:off x="4668223" y="2606340"/>
            <a:ext cx="762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Id Token</a:t>
            </a:r>
          </a:p>
        </p:txBody>
      </p:sp>
      <p:pic>
        <p:nvPicPr>
          <p:cNvPr id="1043" name="Picture 4" descr="Key Icon | Line Iconpack | IconsMind">
            <a:extLst>
              <a:ext uri="{FF2B5EF4-FFF2-40B4-BE49-F238E27FC236}">
                <a16:creationId xmlns:a16="http://schemas.microsoft.com/office/drawing/2014/main" id="{FB6C85BC-1D51-49D6-0ED7-FC4D8885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08" y="4648325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TextBox 1043">
            <a:extLst>
              <a:ext uri="{FF2B5EF4-FFF2-40B4-BE49-F238E27FC236}">
                <a16:creationId xmlns:a16="http://schemas.microsoft.com/office/drawing/2014/main" id="{7FA4F9A9-7E56-A1F4-67C7-EB1DCD9A97DC}"/>
              </a:ext>
            </a:extLst>
          </p:cNvPr>
          <p:cNvSpPr txBox="1"/>
          <p:nvPr/>
        </p:nvSpPr>
        <p:spPr>
          <a:xfrm>
            <a:off x="3932951" y="4884764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pic>
        <p:nvPicPr>
          <p:cNvPr id="1048" name="Picture 4" descr="Key Icon | Line Iconpack | IconsMind">
            <a:extLst>
              <a:ext uri="{FF2B5EF4-FFF2-40B4-BE49-F238E27FC236}">
                <a16:creationId xmlns:a16="http://schemas.microsoft.com/office/drawing/2014/main" id="{EE593BFD-F799-6F2F-4FAF-271F12D5B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84" y="2092902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terial Design Numeric Iconpack (84 icons) | Pictogrammers Team">
            <a:extLst>
              <a:ext uri="{FF2B5EF4-FFF2-40B4-BE49-F238E27FC236}">
                <a16:creationId xmlns:a16="http://schemas.microsoft.com/office/drawing/2014/main" id="{ED2F8E6D-3E5C-70E9-F3DC-9DFBA9821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624" y="3502311"/>
            <a:ext cx="550151" cy="18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6BB209-DCFD-2724-F5D8-981EADD80D35}"/>
              </a:ext>
            </a:extLst>
          </p:cNvPr>
          <p:cNvSpPr txBox="1"/>
          <p:nvPr/>
        </p:nvSpPr>
        <p:spPr>
          <a:xfrm>
            <a:off x="4264454" y="3439206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376AFA1-FD8A-B95D-6681-746870A5C384}"/>
              </a:ext>
            </a:extLst>
          </p:cNvPr>
          <p:cNvCxnSpPr>
            <a:cxnSpLocks/>
            <a:stCxn id="101" idx="3"/>
            <a:endCxn id="104" idx="2"/>
          </p:cNvCxnSpPr>
          <p:nvPr/>
        </p:nvCxnSpPr>
        <p:spPr>
          <a:xfrm rot="16200000" flipH="1">
            <a:off x="4204846" y="883130"/>
            <a:ext cx="515611" cy="4742189"/>
          </a:xfrm>
          <a:prstGeom prst="curvedConnector3">
            <a:avLst>
              <a:gd name="adj1" fmla="val 2841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E09E22C-3557-B6EE-F180-2D2EC7510C19}"/>
              </a:ext>
            </a:extLst>
          </p:cNvPr>
          <p:cNvSpPr txBox="1"/>
          <p:nvPr/>
        </p:nvSpPr>
        <p:spPr>
          <a:xfrm>
            <a:off x="3778915" y="4126446"/>
            <a:ext cx="165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Rquest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Picture 4" descr="Material Design Numeric Iconpack (84 icons) | Pictogrammers Team">
            <a:extLst>
              <a:ext uri="{FF2B5EF4-FFF2-40B4-BE49-F238E27FC236}">
                <a16:creationId xmlns:a16="http://schemas.microsoft.com/office/drawing/2014/main" id="{302E7171-CAC5-D158-F8ED-835B8BF78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119" y="4197379"/>
            <a:ext cx="538612" cy="17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45CFCBA5-51C3-DE88-2A42-4F5F0663B6AF}"/>
              </a:ext>
            </a:extLst>
          </p:cNvPr>
          <p:cNvCxnSpPr>
            <a:stCxn id="104" idx="2"/>
            <a:endCxn id="101" idx="3"/>
          </p:cNvCxnSpPr>
          <p:nvPr/>
        </p:nvCxnSpPr>
        <p:spPr>
          <a:xfrm rot="5400000" flipH="1">
            <a:off x="4221821" y="900107"/>
            <a:ext cx="515611" cy="4708238"/>
          </a:xfrm>
          <a:prstGeom prst="curvedConnector3">
            <a:avLst>
              <a:gd name="adj1" fmla="val -2745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50509511-F0A8-1496-D56B-C29D6CAEF489}"/>
              </a:ext>
            </a:extLst>
          </p:cNvPr>
          <p:cNvCxnSpPr>
            <a:stCxn id="101" idx="3"/>
            <a:endCxn id="104" idx="2"/>
          </p:cNvCxnSpPr>
          <p:nvPr/>
        </p:nvCxnSpPr>
        <p:spPr>
          <a:xfrm rot="16200000" flipH="1">
            <a:off x="4204846" y="883130"/>
            <a:ext cx="515611" cy="4742189"/>
          </a:xfrm>
          <a:prstGeom prst="curvedConnector3">
            <a:avLst>
              <a:gd name="adj1" fmla="val 5246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4" descr="Key Icon | Line Iconpack | IconsMind">
            <a:extLst>
              <a:ext uri="{FF2B5EF4-FFF2-40B4-BE49-F238E27FC236}">
                <a16:creationId xmlns:a16="http://schemas.microsoft.com/office/drawing/2014/main" id="{5777612E-A96A-6C8A-47A8-6FCAD580A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08" y="5442231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37CEC97-A118-580A-0F02-817C4E37F5AB}"/>
              </a:ext>
            </a:extLst>
          </p:cNvPr>
          <p:cNvSpPr txBox="1"/>
          <p:nvPr/>
        </p:nvSpPr>
        <p:spPr>
          <a:xfrm>
            <a:off x="3932951" y="5678670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</p:spTree>
    <p:extLst>
      <p:ext uri="{BB962C8B-B14F-4D97-AF65-F5344CB8AC3E}">
        <p14:creationId xmlns:p14="http://schemas.microsoft.com/office/powerpoint/2010/main" val="426153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4" descr="Key Icon | Line Iconpack | IconsMind">
            <a:extLst>
              <a:ext uri="{FF2B5EF4-FFF2-40B4-BE49-F238E27FC236}">
                <a16:creationId xmlns:a16="http://schemas.microsoft.com/office/drawing/2014/main" id="{5777612E-A96A-6C8A-47A8-6FCAD580A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08" y="4214554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37CEC97-A118-580A-0F02-817C4E37F5AB}"/>
              </a:ext>
            </a:extLst>
          </p:cNvPr>
          <p:cNvSpPr txBox="1"/>
          <p:nvPr/>
        </p:nvSpPr>
        <p:spPr>
          <a:xfrm>
            <a:off x="3932951" y="4450993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pic>
        <p:nvPicPr>
          <p:cNvPr id="1045" name="Picture 4" descr="Key Icon | Line Iconpack | IconsMind">
            <a:extLst>
              <a:ext uri="{FF2B5EF4-FFF2-40B4-BE49-F238E27FC236}">
                <a16:creationId xmlns:a16="http://schemas.microsoft.com/office/drawing/2014/main" id="{BF023A20-6AF3-4B70-4FA1-E73A182C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061" y="2575304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4" descr="Key Icon | Line Iconpack | IconsMind">
            <a:extLst>
              <a:ext uri="{FF2B5EF4-FFF2-40B4-BE49-F238E27FC236}">
                <a16:creationId xmlns:a16="http://schemas.microsoft.com/office/drawing/2014/main" id="{2C0F86CF-BCAE-6042-FEF2-D682D48D9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180" y="2369901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 Icon | Line Iconpack | IconsMind">
            <a:extLst>
              <a:ext uri="{FF2B5EF4-FFF2-40B4-BE49-F238E27FC236}">
                <a16:creationId xmlns:a16="http://schemas.microsoft.com/office/drawing/2014/main" id="{A022A7CB-7917-3917-5318-8426C8C16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729" y="1780315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Hexagon 97">
            <a:extLst>
              <a:ext uri="{FF2B5EF4-FFF2-40B4-BE49-F238E27FC236}">
                <a16:creationId xmlns:a16="http://schemas.microsoft.com/office/drawing/2014/main" id="{F8945E67-19E8-705A-755A-C85B8F6C30CA}"/>
              </a:ext>
            </a:extLst>
          </p:cNvPr>
          <p:cNvSpPr/>
          <p:nvPr/>
        </p:nvSpPr>
        <p:spPr>
          <a:xfrm>
            <a:off x="9513305" y="1624733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EB08182-D66D-3CB7-A3A6-62547CA86F61}"/>
              </a:ext>
            </a:extLst>
          </p:cNvPr>
          <p:cNvSpPr txBox="1"/>
          <p:nvPr/>
        </p:nvSpPr>
        <p:spPr>
          <a:xfrm>
            <a:off x="9657529" y="2092902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3EDE893-95B9-A5D9-1F5A-96C317C034FF}"/>
              </a:ext>
            </a:extLst>
          </p:cNvPr>
          <p:cNvSpPr/>
          <p:nvPr/>
        </p:nvSpPr>
        <p:spPr>
          <a:xfrm>
            <a:off x="1455551" y="1837577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1" name="Parallelogram 100">
            <a:extLst>
              <a:ext uri="{FF2B5EF4-FFF2-40B4-BE49-F238E27FC236}">
                <a16:creationId xmlns:a16="http://schemas.microsoft.com/office/drawing/2014/main" id="{B44A5977-4673-A3AF-CDBC-2AC93418CEE1}"/>
              </a:ext>
            </a:extLst>
          </p:cNvPr>
          <p:cNvSpPr/>
          <p:nvPr/>
        </p:nvSpPr>
        <p:spPr>
          <a:xfrm>
            <a:off x="1455551" y="2724816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8671AB-180A-6885-584A-64F35CE7269A}"/>
              </a:ext>
            </a:extLst>
          </p:cNvPr>
          <p:cNvSpPr txBox="1"/>
          <p:nvPr/>
        </p:nvSpPr>
        <p:spPr>
          <a:xfrm>
            <a:off x="6309637" y="3013558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Authorization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35474D1D-34EC-1A37-FAD8-E64BDCFDCFDB}"/>
              </a:ext>
            </a:extLst>
          </p:cNvPr>
          <p:cNvSpPr/>
          <p:nvPr/>
        </p:nvSpPr>
        <p:spPr>
          <a:xfrm>
            <a:off x="6163789" y="2838070"/>
            <a:ext cx="1339913" cy="673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2B0720B-0ACD-5BA6-5E39-C7D3654BB664}"/>
              </a:ext>
            </a:extLst>
          </p:cNvPr>
          <p:cNvCxnSpPr>
            <a:cxnSpLocks/>
            <a:stCxn id="104" idx="3"/>
            <a:endCxn id="98" idx="3"/>
          </p:cNvCxnSpPr>
          <p:nvPr/>
        </p:nvCxnSpPr>
        <p:spPr>
          <a:xfrm flipV="1">
            <a:off x="7503702" y="2231402"/>
            <a:ext cx="2009603" cy="943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7B7D749-D310-1173-4BE2-6CEBC1CAE012}"/>
              </a:ext>
            </a:extLst>
          </p:cNvPr>
          <p:cNvSpPr txBox="1"/>
          <p:nvPr/>
        </p:nvSpPr>
        <p:spPr>
          <a:xfrm>
            <a:off x="6271165" y="114828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DC6BC07-A94D-3C4E-36FB-C92A8D3D83C0}"/>
              </a:ext>
            </a:extLst>
          </p:cNvPr>
          <p:cNvSpPr/>
          <p:nvPr/>
        </p:nvSpPr>
        <p:spPr>
          <a:xfrm>
            <a:off x="6163789" y="935376"/>
            <a:ext cx="1339913" cy="7028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21" name="Connector: Curved 120">
            <a:extLst>
              <a:ext uri="{FF2B5EF4-FFF2-40B4-BE49-F238E27FC236}">
                <a16:creationId xmlns:a16="http://schemas.microsoft.com/office/drawing/2014/main" id="{27AEF157-3835-6643-A75B-166A77FA6C4A}"/>
              </a:ext>
            </a:extLst>
          </p:cNvPr>
          <p:cNvCxnSpPr>
            <a:cxnSpLocks/>
            <a:stCxn id="100" idx="0"/>
            <a:endCxn id="109" idx="0"/>
          </p:cNvCxnSpPr>
          <p:nvPr/>
        </p:nvCxnSpPr>
        <p:spPr>
          <a:xfrm rot="5400000" flipH="1" flipV="1">
            <a:off x="4028527" y="-967642"/>
            <a:ext cx="902201" cy="4708238"/>
          </a:xfrm>
          <a:prstGeom prst="curvedConnector3">
            <a:avLst>
              <a:gd name="adj1" fmla="val 1253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2ADBDF15-AD2E-A380-152C-B9684A69D8CA}"/>
              </a:ext>
            </a:extLst>
          </p:cNvPr>
          <p:cNvCxnSpPr>
            <a:cxnSpLocks/>
            <a:stCxn id="109" idx="2"/>
            <a:endCxn id="100" idx="3"/>
          </p:cNvCxnSpPr>
          <p:nvPr/>
        </p:nvCxnSpPr>
        <p:spPr>
          <a:xfrm rot="5400000">
            <a:off x="4518002" y="-84341"/>
            <a:ext cx="593206" cy="40382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echnology, Accessibility, Credentials, Identity, credential, Access,  identification icon">
            <a:extLst>
              <a:ext uri="{FF2B5EF4-FFF2-40B4-BE49-F238E27FC236}">
                <a16:creationId xmlns:a16="http://schemas.microsoft.com/office/drawing/2014/main" id="{026AD0B5-8D1B-2509-F83F-885D4961D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568" y="715878"/>
            <a:ext cx="327570" cy="32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64A74D6E-E803-4B28-2410-D16D210736FB}"/>
              </a:ext>
            </a:extLst>
          </p:cNvPr>
          <p:cNvSpPr/>
          <p:nvPr/>
        </p:nvSpPr>
        <p:spPr>
          <a:xfrm>
            <a:off x="6022731" y="712747"/>
            <a:ext cx="1652954" cy="292576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3DC326C-4757-2E64-E272-784F71D80126}"/>
              </a:ext>
            </a:extLst>
          </p:cNvPr>
          <p:cNvSpPr txBox="1"/>
          <p:nvPr/>
        </p:nvSpPr>
        <p:spPr>
          <a:xfrm>
            <a:off x="6438862" y="250452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OAuth</a:t>
            </a:r>
          </a:p>
        </p:txBody>
      </p:sp>
      <p:cxnSp>
        <p:nvCxnSpPr>
          <p:cNvPr id="1038" name="Connector: Curved 1037">
            <a:extLst>
              <a:ext uri="{FF2B5EF4-FFF2-40B4-BE49-F238E27FC236}">
                <a16:creationId xmlns:a16="http://schemas.microsoft.com/office/drawing/2014/main" id="{7DD1043D-1E73-CD1C-308E-9304C666A893}"/>
              </a:ext>
            </a:extLst>
          </p:cNvPr>
          <p:cNvCxnSpPr>
            <a:stCxn id="100" idx="3"/>
            <a:endCxn id="104" idx="0"/>
          </p:cNvCxnSpPr>
          <p:nvPr/>
        </p:nvCxnSpPr>
        <p:spPr>
          <a:xfrm>
            <a:off x="2795464" y="2231403"/>
            <a:ext cx="4038282" cy="6066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368E690C-2036-8B31-4DD7-23D9C3DEC2BB}"/>
              </a:ext>
            </a:extLst>
          </p:cNvPr>
          <p:cNvSpPr txBox="1"/>
          <p:nvPr/>
        </p:nvSpPr>
        <p:spPr>
          <a:xfrm>
            <a:off x="4668223" y="2606340"/>
            <a:ext cx="762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Id Token</a:t>
            </a:r>
          </a:p>
        </p:txBody>
      </p:sp>
      <p:pic>
        <p:nvPicPr>
          <p:cNvPr id="1043" name="Picture 4" descr="Key Icon | Line Iconpack | IconsMind">
            <a:extLst>
              <a:ext uri="{FF2B5EF4-FFF2-40B4-BE49-F238E27FC236}">
                <a16:creationId xmlns:a16="http://schemas.microsoft.com/office/drawing/2014/main" id="{FB6C85BC-1D51-49D6-0ED7-FC4D8885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08" y="3512031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TextBox 1043">
            <a:extLst>
              <a:ext uri="{FF2B5EF4-FFF2-40B4-BE49-F238E27FC236}">
                <a16:creationId xmlns:a16="http://schemas.microsoft.com/office/drawing/2014/main" id="{7FA4F9A9-7E56-A1F4-67C7-EB1DCD9A97DC}"/>
              </a:ext>
            </a:extLst>
          </p:cNvPr>
          <p:cNvSpPr txBox="1"/>
          <p:nvPr/>
        </p:nvSpPr>
        <p:spPr>
          <a:xfrm>
            <a:off x="3932951" y="3748470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9E22C-3557-B6EE-F180-2D2EC7510C19}"/>
              </a:ext>
            </a:extLst>
          </p:cNvPr>
          <p:cNvSpPr txBox="1"/>
          <p:nvPr/>
        </p:nvSpPr>
        <p:spPr>
          <a:xfrm>
            <a:off x="3829606" y="2857919"/>
            <a:ext cx="165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Rquest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45CFCBA5-51C3-DE88-2A42-4F5F0663B6AF}"/>
              </a:ext>
            </a:extLst>
          </p:cNvPr>
          <p:cNvCxnSpPr>
            <a:stCxn id="104" idx="2"/>
            <a:endCxn id="101" idx="3"/>
          </p:cNvCxnSpPr>
          <p:nvPr/>
        </p:nvCxnSpPr>
        <p:spPr>
          <a:xfrm rot="5400000" flipH="1">
            <a:off x="4221821" y="900107"/>
            <a:ext cx="515611" cy="4708238"/>
          </a:xfrm>
          <a:prstGeom prst="curvedConnector3">
            <a:avLst>
              <a:gd name="adj1" fmla="val -494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50509511-F0A8-1496-D56B-C29D6CAEF489}"/>
              </a:ext>
            </a:extLst>
          </p:cNvPr>
          <p:cNvCxnSpPr>
            <a:stCxn id="101" idx="3"/>
            <a:endCxn id="104" idx="2"/>
          </p:cNvCxnSpPr>
          <p:nvPr/>
        </p:nvCxnSpPr>
        <p:spPr>
          <a:xfrm rot="16200000" flipH="1">
            <a:off x="4204846" y="883130"/>
            <a:ext cx="515611" cy="4742189"/>
          </a:xfrm>
          <a:prstGeom prst="curvedConnector3">
            <a:avLst>
              <a:gd name="adj1" fmla="val 2892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A0F67D8-7DB4-418B-093C-14C28D016F24}"/>
              </a:ext>
            </a:extLst>
          </p:cNvPr>
          <p:cNvSpPr txBox="1"/>
          <p:nvPr/>
        </p:nvSpPr>
        <p:spPr>
          <a:xfrm>
            <a:off x="1412757" y="305752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72844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4" descr="Key Icon | Line Iconpack | IconsMind">
            <a:extLst>
              <a:ext uri="{FF2B5EF4-FFF2-40B4-BE49-F238E27FC236}">
                <a16:creationId xmlns:a16="http://schemas.microsoft.com/office/drawing/2014/main" id="{5777612E-A96A-6C8A-47A8-6FCAD580A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08" y="4214554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37CEC97-A118-580A-0F02-817C4E37F5AB}"/>
              </a:ext>
            </a:extLst>
          </p:cNvPr>
          <p:cNvSpPr txBox="1"/>
          <p:nvPr/>
        </p:nvSpPr>
        <p:spPr>
          <a:xfrm>
            <a:off x="3932951" y="4450993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pic>
        <p:nvPicPr>
          <p:cNvPr id="1045" name="Picture 4" descr="Key Icon | Line Iconpack | IconsMind">
            <a:extLst>
              <a:ext uri="{FF2B5EF4-FFF2-40B4-BE49-F238E27FC236}">
                <a16:creationId xmlns:a16="http://schemas.microsoft.com/office/drawing/2014/main" id="{BF023A20-6AF3-4B70-4FA1-E73A182C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061" y="2575304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 Icon | Line Iconpack | IconsMind">
            <a:extLst>
              <a:ext uri="{FF2B5EF4-FFF2-40B4-BE49-F238E27FC236}">
                <a16:creationId xmlns:a16="http://schemas.microsoft.com/office/drawing/2014/main" id="{A022A7CB-7917-3917-5318-8426C8C16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729" y="1780315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Hexagon 97">
            <a:extLst>
              <a:ext uri="{FF2B5EF4-FFF2-40B4-BE49-F238E27FC236}">
                <a16:creationId xmlns:a16="http://schemas.microsoft.com/office/drawing/2014/main" id="{F8945E67-19E8-705A-755A-C85B8F6C30CA}"/>
              </a:ext>
            </a:extLst>
          </p:cNvPr>
          <p:cNvSpPr/>
          <p:nvPr/>
        </p:nvSpPr>
        <p:spPr>
          <a:xfrm>
            <a:off x="9513305" y="1624733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EB08182-D66D-3CB7-A3A6-62547CA86F61}"/>
              </a:ext>
            </a:extLst>
          </p:cNvPr>
          <p:cNvSpPr txBox="1"/>
          <p:nvPr/>
        </p:nvSpPr>
        <p:spPr>
          <a:xfrm>
            <a:off x="9657529" y="2092902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3EDE893-95B9-A5D9-1F5A-96C317C034FF}"/>
              </a:ext>
            </a:extLst>
          </p:cNvPr>
          <p:cNvSpPr/>
          <p:nvPr/>
        </p:nvSpPr>
        <p:spPr>
          <a:xfrm>
            <a:off x="1455551" y="1837577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1" name="Parallelogram 100">
            <a:extLst>
              <a:ext uri="{FF2B5EF4-FFF2-40B4-BE49-F238E27FC236}">
                <a16:creationId xmlns:a16="http://schemas.microsoft.com/office/drawing/2014/main" id="{B44A5977-4673-A3AF-CDBC-2AC93418CEE1}"/>
              </a:ext>
            </a:extLst>
          </p:cNvPr>
          <p:cNvSpPr/>
          <p:nvPr/>
        </p:nvSpPr>
        <p:spPr>
          <a:xfrm>
            <a:off x="1455551" y="2724816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8671AB-180A-6885-584A-64F35CE7269A}"/>
              </a:ext>
            </a:extLst>
          </p:cNvPr>
          <p:cNvSpPr txBox="1"/>
          <p:nvPr/>
        </p:nvSpPr>
        <p:spPr>
          <a:xfrm>
            <a:off x="6309637" y="3013558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Authorization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35474D1D-34EC-1A37-FAD8-E64BDCFDCFDB}"/>
              </a:ext>
            </a:extLst>
          </p:cNvPr>
          <p:cNvSpPr/>
          <p:nvPr/>
        </p:nvSpPr>
        <p:spPr>
          <a:xfrm>
            <a:off x="6163789" y="2838070"/>
            <a:ext cx="1339913" cy="673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2B0720B-0ACD-5BA6-5E39-C7D3654BB664}"/>
              </a:ext>
            </a:extLst>
          </p:cNvPr>
          <p:cNvCxnSpPr>
            <a:cxnSpLocks/>
            <a:stCxn id="104" idx="3"/>
            <a:endCxn id="98" idx="3"/>
          </p:cNvCxnSpPr>
          <p:nvPr/>
        </p:nvCxnSpPr>
        <p:spPr>
          <a:xfrm flipV="1">
            <a:off x="7503702" y="2231402"/>
            <a:ext cx="2009603" cy="943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7B7D749-D310-1173-4BE2-6CEBC1CAE012}"/>
              </a:ext>
            </a:extLst>
          </p:cNvPr>
          <p:cNvSpPr txBox="1"/>
          <p:nvPr/>
        </p:nvSpPr>
        <p:spPr>
          <a:xfrm>
            <a:off x="6271165" y="114828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DC6BC07-A94D-3C4E-36FB-C92A8D3D83C0}"/>
              </a:ext>
            </a:extLst>
          </p:cNvPr>
          <p:cNvSpPr/>
          <p:nvPr/>
        </p:nvSpPr>
        <p:spPr>
          <a:xfrm>
            <a:off x="6163789" y="935376"/>
            <a:ext cx="1339913" cy="7028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21" name="Connector: Curved 120">
            <a:extLst>
              <a:ext uri="{FF2B5EF4-FFF2-40B4-BE49-F238E27FC236}">
                <a16:creationId xmlns:a16="http://schemas.microsoft.com/office/drawing/2014/main" id="{27AEF157-3835-6643-A75B-166A77FA6C4A}"/>
              </a:ext>
            </a:extLst>
          </p:cNvPr>
          <p:cNvCxnSpPr>
            <a:cxnSpLocks/>
            <a:stCxn id="100" idx="0"/>
            <a:endCxn id="109" idx="0"/>
          </p:cNvCxnSpPr>
          <p:nvPr/>
        </p:nvCxnSpPr>
        <p:spPr>
          <a:xfrm rot="5400000" flipH="1" flipV="1">
            <a:off x="4028527" y="-967642"/>
            <a:ext cx="902201" cy="4708238"/>
          </a:xfrm>
          <a:prstGeom prst="curvedConnector3">
            <a:avLst>
              <a:gd name="adj1" fmla="val 1253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2ADBDF15-AD2E-A380-152C-B9684A69D8CA}"/>
              </a:ext>
            </a:extLst>
          </p:cNvPr>
          <p:cNvCxnSpPr>
            <a:cxnSpLocks/>
            <a:stCxn id="109" idx="2"/>
            <a:endCxn id="100" idx="3"/>
          </p:cNvCxnSpPr>
          <p:nvPr/>
        </p:nvCxnSpPr>
        <p:spPr>
          <a:xfrm rot="5400000">
            <a:off x="4518002" y="-84341"/>
            <a:ext cx="593206" cy="40382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echnology, Accessibility, Credentials, Identity, credential, Access,  identification icon">
            <a:extLst>
              <a:ext uri="{FF2B5EF4-FFF2-40B4-BE49-F238E27FC236}">
                <a16:creationId xmlns:a16="http://schemas.microsoft.com/office/drawing/2014/main" id="{026AD0B5-8D1B-2509-F83F-885D4961D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568" y="715878"/>
            <a:ext cx="327570" cy="32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64A74D6E-E803-4B28-2410-D16D210736FB}"/>
              </a:ext>
            </a:extLst>
          </p:cNvPr>
          <p:cNvSpPr/>
          <p:nvPr/>
        </p:nvSpPr>
        <p:spPr>
          <a:xfrm>
            <a:off x="6022731" y="712747"/>
            <a:ext cx="1652954" cy="292576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3DC326C-4757-2E64-E272-784F71D80126}"/>
              </a:ext>
            </a:extLst>
          </p:cNvPr>
          <p:cNvSpPr txBox="1"/>
          <p:nvPr/>
        </p:nvSpPr>
        <p:spPr>
          <a:xfrm>
            <a:off x="6438862" y="250452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OAuth</a:t>
            </a:r>
          </a:p>
        </p:txBody>
      </p:sp>
      <p:cxnSp>
        <p:nvCxnSpPr>
          <p:cNvPr id="1038" name="Connector: Curved 1037">
            <a:extLst>
              <a:ext uri="{FF2B5EF4-FFF2-40B4-BE49-F238E27FC236}">
                <a16:creationId xmlns:a16="http://schemas.microsoft.com/office/drawing/2014/main" id="{7DD1043D-1E73-CD1C-308E-9304C666A893}"/>
              </a:ext>
            </a:extLst>
          </p:cNvPr>
          <p:cNvCxnSpPr>
            <a:stCxn id="100" idx="3"/>
            <a:endCxn id="104" idx="0"/>
          </p:cNvCxnSpPr>
          <p:nvPr/>
        </p:nvCxnSpPr>
        <p:spPr>
          <a:xfrm>
            <a:off x="2795464" y="2231403"/>
            <a:ext cx="4038282" cy="6066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3" name="Picture 4" descr="Key Icon | Line Iconpack | IconsMind">
            <a:extLst>
              <a:ext uri="{FF2B5EF4-FFF2-40B4-BE49-F238E27FC236}">
                <a16:creationId xmlns:a16="http://schemas.microsoft.com/office/drawing/2014/main" id="{FB6C85BC-1D51-49D6-0ED7-FC4D8885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08" y="3512031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TextBox 1043">
            <a:extLst>
              <a:ext uri="{FF2B5EF4-FFF2-40B4-BE49-F238E27FC236}">
                <a16:creationId xmlns:a16="http://schemas.microsoft.com/office/drawing/2014/main" id="{7FA4F9A9-7E56-A1F4-67C7-EB1DCD9A97DC}"/>
              </a:ext>
            </a:extLst>
          </p:cNvPr>
          <p:cNvSpPr txBox="1"/>
          <p:nvPr/>
        </p:nvSpPr>
        <p:spPr>
          <a:xfrm>
            <a:off x="3932951" y="3748470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pic>
        <p:nvPicPr>
          <p:cNvPr id="1048" name="Picture 4" descr="Key Icon | Line Iconpack | IconsMind">
            <a:extLst>
              <a:ext uri="{FF2B5EF4-FFF2-40B4-BE49-F238E27FC236}">
                <a16:creationId xmlns:a16="http://schemas.microsoft.com/office/drawing/2014/main" id="{EE593BFD-F799-6F2F-4FAF-271F12D5B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84" y="2092902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E09E22C-3557-B6EE-F180-2D2EC7510C19}"/>
              </a:ext>
            </a:extLst>
          </p:cNvPr>
          <p:cNvSpPr txBox="1"/>
          <p:nvPr/>
        </p:nvSpPr>
        <p:spPr>
          <a:xfrm>
            <a:off x="3913027" y="2689163"/>
            <a:ext cx="165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Rquest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45CFCBA5-51C3-DE88-2A42-4F5F0663B6AF}"/>
              </a:ext>
            </a:extLst>
          </p:cNvPr>
          <p:cNvCxnSpPr>
            <a:stCxn id="104" idx="2"/>
            <a:endCxn id="101" idx="3"/>
          </p:cNvCxnSpPr>
          <p:nvPr/>
        </p:nvCxnSpPr>
        <p:spPr>
          <a:xfrm rot="5400000" flipH="1">
            <a:off x="4221821" y="900107"/>
            <a:ext cx="515611" cy="4708238"/>
          </a:xfrm>
          <a:prstGeom prst="curvedConnector3">
            <a:avLst>
              <a:gd name="adj1" fmla="val -494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50509511-F0A8-1496-D56B-C29D6CAEF489}"/>
              </a:ext>
            </a:extLst>
          </p:cNvPr>
          <p:cNvCxnSpPr>
            <a:stCxn id="101" idx="3"/>
            <a:endCxn id="104" idx="2"/>
          </p:cNvCxnSpPr>
          <p:nvPr/>
        </p:nvCxnSpPr>
        <p:spPr>
          <a:xfrm rot="16200000" flipH="1">
            <a:off x="4204846" y="883130"/>
            <a:ext cx="515611" cy="4742189"/>
          </a:xfrm>
          <a:prstGeom prst="curvedConnector3">
            <a:avLst>
              <a:gd name="adj1" fmla="val 2892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technology, Accessibility, Credentials, Identity, credential, Access,  identification icon">
            <a:extLst>
              <a:ext uri="{FF2B5EF4-FFF2-40B4-BE49-F238E27FC236}">
                <a16:creationId xmlns:a16="http://schemas.microsoft.com/office/drawing/2014/main" id="{D91B4EC6-71B9-395B-3BF2-65CC0FA1C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766" y="2386845"/>
            <a:ext cx="327570" cy="32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144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Key Icon | Line Iconpack | IconsMind">
            <a:extLst>
              <a:ext uri="{FF2B5EF4-FFF2-40B4-BE49-F238E27FC236}">
                <a16:creationId xmlns:a16="http://schemas.microsoft.com/office/drawing/2014/main" id="{B9669268-961E-B277-232D-5B7A07014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192" y="2821677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Key Icon | Line Iconpack | IconsMind">
            <a:extLst>
              <a:ext uri="{FF2B5EF4-FFF2-40B4-BE49-F238E27FC236}">
                <a16:creationId xmlns:a16="http://schemas.microsoft.com/office/drawing/2014/main" id="{5777612E-A96A-6C8A-47A8-6FCAD580A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08" y="4214554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37CEC97-A118-580A-0F02-817C4E37F5AB}"/>
              </a:ext>
            </a:extLst>
          </p:cNvPr>
          <p:cNvSpPr txBox="1"/>
          <p:nvPr/>
        </p:nvSpPr>
        <p:spPr>
          <a:xfrm>
            <a:off x="3932951" y="4450993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pic>
        <p:nvPicPr>
          <p:cNvPr id="1045" name="Picture 4" descr="Key Icon | Line Iconpack | IconsMind">
            <a:extLst>
              <a:ext uri="{FF2B5EF4-FFF2-40B4-BE49-F238E27FC236}">
                <a16:creationId xmlns:a16="http://schemas.microsoft.com/office/drawing/2014/main" id="{BF023A20-6AF3-4B70-4FA1-E73A182C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061" y="2575304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Hexagon 97">
            <a:extLst>
              <a:ext uri="{FF2B5EF4-FFF2-40B4-BE49-F238E27FC236}">
                <a16:creationId xmlns:a16="http://schemas.microsoft.com/office/drawing/2014/main" id="{F8945E67-19E8-705A-755A-C85B8F6C30CA}"/>
              </a:ext>
            </a:extLst>
          </p:cNvPr>
          <p:cNvSpPr/>
          <p:nvPr/>
        </p:nvSpPr>
        <p:spPr>
          <a:xfrm>
            <a:off x="9513305" y="1624733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EB08182-D66D-3CB7-A3A6-62547CA86F61}"/>
              </a:ext>
            </a:extLst>
          </p:cNvPr>
          <p:cNvSpPr txBox="1"/>
          <p:nvPr/>
        </p:nvSpPr>
        <p:spPr>
          <a:xfrm>
            <a:off x="9657529" y="2092902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3EDE893-95B9-A5D9-1F5A-96C317C034FF}"/>
              </a:ext>
            </a:extLst>
          </p:cNvPr>
          <p:cNvSpPr/>
          <p:nvPr/>
        </p:nvSpPr>
        <p:spPr>
          <a:xfrm>
            <a:off x="1455551" y="1837577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1" name="Parallelogram 100">
            <a:extLst>
              <a:ext uri="{FF2B5EF4-FFF2-40B4-BE49-F238E27FC236}">
                <a16:creationId xmlns:a16="http://schemas.microsoft.com/office/drawing/2014/main" id="{B44A5977-4673-A3AF-CDBC-2AC93418CEE1}"/>
              </a:ext>
            </a:extLst>
          </p:cNvPr>
          <p:cNvSpPr/>
          <p:nvPr/>
        </p:nvSpPr>
        <p:spPr>
          <a:xfrm>
            <a:off x="1455551" y="2724816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8671AB-180A-6885-584A-64F35CE7269A}"/>
              </a:ext>
            </a:extLst>
          </p:cNvPr>
          <p:cNvSpPr txBox="1"/>
          <p:nvPr/>
        </p:nvSpPr>
        <p:spPr>
          <a:xfrm>
            <a:off x="6309637" y="3013558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Authorization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35474D1D-34EC-1A37-FAD8-E64BDCFDCFDB}"/>
              </a:ext>
            </a:extLst>
          </p:cNvPr>
          <p:cNvSpPr/>
          <p:nvPr/>
        </p:nvSpPr>
        <p:spPr>
          <a:xfrm>
            <a:off x="6163789" y="2838070"/>
            <a:ext cx="1339913" cy="673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2B0720B-0ACD-5BA6-5E39-C7D3654BB664}"/>
              </a:ext>
            </a:extLst>
          </p:cNvPr>
          <p:cNvCxnSpPr>
            <a:cxnSpLocks/>
            <a:stCxn id="104" idx="3"/>
            <a:endCxn id="98" idx="3"/>
          </p:cNvCxnSpPr>
          <p:nvPr/>
        </p:nvCxnSpPr>
        <p:spPr>
          <a:xfrm flipV="1">
            <a:off x="7503702" y="2231402"/>
            <a:ext cx="2009603" cy="943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7B7D749-D310-1173-4BE2-6CEBC1CAE012}"/>
              </a:ext>
            </a:extLst>
          </p:cNvPr>
          <p:cNvSpPr txBox="1"/>
          <p:nvPr/>
        </p:nvSpPr>
        <p:spPr>
          <a:xfrm>
            <a:off x="6271165" y="114828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DC6BC07-A94D-3C4E-36FB-C92A8D3D83C0}"/>
              </a:ext>
            </a:extLst>
          </p:cNvPr>
          <p:cNvSpPr/>
          <p:nvPr/>
        </p:nvSpPr>
        <p:spPr>
          <a:xfrm>
            <a:off x="6163789" y="935376"/>
            <a:ext cx="1339913" cy="7028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64A74D6E-E803-4B28-2410-D16D210736FB}"/>
              </a:ext>
            </a:extLst>
          </p:cNvPr>
          <p:cNvSpPr/>
          <p:nvPr/>
        </p:nvSpPr>
        <p:spPr>
          <a:xfrm>
            <a:off x="6022731" y="712747"/>
            <a:ext cx="1652954" cy="292576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3DC326C-4757-2E64-E272-784F71D80126}"/>
              </a:ext>
            </a:extLst>
          </p:cNvPr>
          <p:cNvSpPr txBox="1"/>
          <p:nvPr/>
        </p:nvSpPr>
        <p:spPr>
          <a:xfrm>
            <a:off x="6438862" y="250452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OAuth</a:t>
            </a:r>
          </a:p>
        </p:txBody>
      </p:sp>
      <p:cxnSp>
        <p:nvCxnSpPr>
          <p:cNvPr id="1038" name="Connector: Curved 1037">
            <a:extLst>
              <a:ext uri="{FF2B5EF4-FFF2-40B4-BE49-F238E27FC236}">
                <a16:creationId xmlns:a16="http://schemas.microsoft.com/office/drawing/2014/main" id="{7DD1043D-1E73-CD1C-308E-9304C666A893}"/>
              </a:ext>
            </a:extLst>
          </p:cNvPr>
          <p:cNvCxnSpPr>
            <a:stCxn id="100" idx="3"/>
            <a:endCxn id="104" idx="0"/>
          </p:cNvCxnSpPr>
          <p:nvPr/>
        </p:nvCxnSpPr>
        <p:spPr>
          <a:xfrm>
            <a:off x="2795464" y="2231403"/>
            <a:ext cx="4038282" cy="6066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3" name="Picture 4" descr="Key Icon | Line Iconpack | IconsMind">
            <a:extLst>
              <a:ext uri="{FF2B5EF4-FFF2-40B4-BE49-F238E27FC236}">
                <a16:creationId xmlns:a16="http://schemas.microsoft.com/office/drawing/2014/main" id="{FB6C85BC-1D51-49D6-0ED7-FC4D8885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08" y="3512031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TextBox 1043">
            <a:extLst>
              <a:ext uri="{FF2B5EF4-FFF2-40B4-BE49-F238E27FC236}">
                <a16:creationId xmlns:a16="http://schemas.microsoft.com/office/drawing/2014/main" id="{7FA4F9A9-7E56-A1F4-67C7-EB1DCD9A97DC}"/>
              </a:ext>
            </a:extLst>
          </p:cNvPr>
          <p:cNvSpPr txBox="1"/>
          <p:nvPr/>
        </p:nvSpPr>
        <p:spPr>
          <a:xfrm>
            <a:off x="3932951" y="3748470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pic>
        <p:nvPicPr>
          <p:cNvPr id="1048" name="Picture 4" descr="Key Icon | Line Iconpack | IconsMind">
            <a:extLst>
              <a:ext uri="{FF2B5EF4-FFF2-40B4-BE49-F238E27FC236}">
                <a16:creationId xmlns:a16="http://schemas.microsoft.com/office/drawing/2014/main" id="{EE593BFD-F799-6F2F-4FAF-271F12D5B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84" y="2092902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E09E22C-3557-B6EE-F180-2D2EC7510C19}"/>
              </a:ext>
            </a:extLst>
          </p:cNvPr>
          <p:cNvSpPr txBox="1"/>
          <p:nvPr/>
        </p:nvSpPr>
        <p:spPr>
          <a:xfrm>
            <a:off x="3913027" y="2689163"/>
            <a:ext cx="165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Rquest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45CFCBA5-51C3-DE88-2A42-4F5F0663B6AF}"/>
              </a:ext>
            </a:extLst>
          </p:cNvPr>
          <p:cNvCxnSpPr>
            <a:stCxn id="104" idx="2"/>
            <a:endCxn id="101" idx="3"/>
          </p:cNvCxnSpPr>
          <p:nvPr/>
        </p:nvCxnSpPr>
        <p:spPr>
          <a:xfrm rot="5400000" flipH="1">
            <a:off x="4221821" y="900107"/>
            <a:ext cx="515611" cy="4708238"/>
          </a:xfrm>
          <a:prstGeom prst="curvedConnector3">
            <a:avLst>
              <a:gd name="adj1" fmla="val -494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50509511-F0A8-1496-D56B-C29D6CAEF489}"/>
              </a:ext>
            </a:extLst>
          </p:cNvPr>
          <p:cNvCxnSpPr>
            <a:stCxn id="101" idx="3"/>
            <a:endCxn id="104" idx="2"/>
          </p:cNvCxnSpPr>
          <p:nvPr/>
        </p:nvCxnSpPr>
        <p:spPr>
          <a:xfrm rot="16200000" flipH="1">
            <a:off x="4204846" y="883130"/>
            <a:ext cx="515611" cy="4742189"/>
          </a:xfrm>
          <a:prstGeom prst="curvedConnector3">
            <a:avLst>
              <a:gd name="adj1" fmla="val 2892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 descr="Key Icon | Line Iconpack | IconsMind">
            <a:extLst>
              <a:ext uri="{FF2B5EF4-FFF2-40B4-BE49-F238E27FC236}">
                <a16:creationId xmlns:a16="http://schemas.microsoft.com/office/drawing/2014/main" id="{6F4BD7FD-0602-4BA8-CE9A-9FAB2CF40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554" y="2374722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E44AB19-6879-2E5B-E954-0105F0FE06EF}"/>
              </a:ext>
            </a:extLst>
          </p:cNvPr>
          <p:cNvCxnSpPr>
            <a:cxnSpLocks/>
            <a:stCxn id="104" idx="0"/>
            <a:endCxn id="1048" idx="0"/>
          </p:cNvCxnSpPr>
          <p:nvPr/>
        </p:nvCxnSpPr>
        <p:spPr>
          <a:xfrm rot="16200000" flipV="1">
            <a:off x="3624028" y="-371648"/>
            <a:ext cx="745168" cy="5674268"/>
          </a:xfrm>
          <a:prstGeom prst="curvedConnector3">
            <a:avLst>
              <a:gd name="adj1" fmla="val 358401"/>
            </a:avLst>
          </a:prstGeom>
          <a:ln>
            <a:solidFill>
              <a:schemeClr val="accent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709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Key Icon | Line Iconpack | IconsMind">
            <a:extLst>
              <a:ext uri="{FF2B5EF4-FFF2-40B4-BE49-F238E27FC236}">
                <a16:creationId xmlns:a16="http://schemas.microsoft.com/office/drawing/2014/main" id="{C2B7C6D0-97EB-0DFD-6D3F-4D30C8949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168" y="3565645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Key Icon | Line Iconpack | IconsMind">
            <a:extLst>
              <a:ext uri="{FF2B5EF4-FFF2-40B4-BE49-F238E27FC236}">
                <a16:creationId xmlns:a16="http://schemas.microsoft.com/office/drawing/2014/main" id="{5777612E-A96A-6C8A-47A8-6FCAD580A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585" y="6207161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4" descr="Key Icon | Line Iconpack | IconsMind">
            <a:extLst>
              <a:ext uri="{FF2B5EF4-FFF2-40B4-BE49-F238E27FC236}">
                <a16:creationId xmlns:a16="http://schemas.microsoft.com/office/drawing/2014/main" id="{BF023A20-6AF3-4B70-4FA1-E73A182C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023" y="2289920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4" descr="Key Icon | Line Iconpack | IconsMind">
            <a:extLst>
              <a:ext uri="{FF2B5EF4-FFF2-40B4-BE49-F238E27FC236}">
                <a16:creationId xmlns:a16="http://schemas.microsoft.com/office/drawing/2014/main" id="{2C0F86CF-BCAE-6042-FEF2-D682D48D9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57" y="3134831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 Icon | Line Iconpack | IconsMind">
            <a:extLst>
              <a:ext uri="{FF2B5EF4-FFF2-40B4-BE49-F238E27FC236}">
                <a16:creationId xmlns:a16="http://schemas.microsoft.com/office/drawing/2014/main" id="{A022A7CB-7917-3917-5318-8426C8C16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406" y="2545245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Hexagon 97">
            <a:extLst>
              <a:ext uri="{FF2B5EF4-FFF2-40B4-BE49-F238E27FC236}">
                <a16:creationId xmlns:a16="http://schemas.microsoft.com/office/drawing/2014/main" id="{F8945E67-19E8-705A-755A-C85B8F6C30CA}"/>
              </a:ext>
            </a:extLst>
          </p:cNvPr>
          <p:cNvSpPr/>
          <p:nvPr/>
        </p:nvSpPr>
        <p:spPr>
          <a:xfrm>
            <a:off x="9653982" y="1306547"/>
            <a:ext cx="1407472" cy="121333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EB08182-D66D-3CB7-A3A6-62547CA86F61}"/>
              </a:ext>
            </a:extLst>
          </p:cNvPr>
          <p:cNvSpPr txBox="1"/>
          <p:nvPr/>
        </p:nvSpPr>
        <p:spPr>
          <a:xfrm>
            <a:off x="9798206" y="1774716"/>
            <a:ext cx="1119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library.service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3EDE893-95B9-A5D9-1F5A-96C317C034FF}"/>
              </a:ext>
            </a:extLst>
          </p:cNvPr>
          <p:cNvSpPr/>
          <p:nvPr/>
        </p:nvSpPr>
        <p:spPr>
          <a:xfrm>
            <a:off x="1596228" y="2602507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1" name="Parallelogram 100">
            <a:extLst>
              <a:ext uri="{FF2B5EF4-FFF2-40B4-BE49-F238E27FC236}">
                <a16:creationId xmlns:a16="http://schemas.microsoft.com/office/drawing/2014/main" id="{B44A5977-4673-A3AF-CDBC-2AC93418CEE1}"/>
              </a:ext>
            </a:extLst>
          </p:cNvPr>
          <p:cNvSpPr/>
          <p:nvPr/>
        </p:nvSpPr>
        <p:spPr>
          <a:xfrm>
            <a:off x="1596228" y="3489746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8671AB-180A-6885-584A-64F35CE7269A}"/>
              </a:ext>
            </a:extLst>
          </p:cNvPr>
          <p:cNvSpPr txBox="1"/>
          <p:nvPr/>
        </p:nvSpPr>
        <p:spPr>
          <a:xfrm>
            <a:off x="6450314" y="3778488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Authorization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35474D1D-34EC-1A37-FAD8-E64BDCFDCFDB}"/>
              </a:ext>
            </a:extLst>
          </p:cNvPr>
          <p:cNvSpPr/>
          <p:nvPr/>
        </p:nvSpPr>
        <p:spPr>
          <a:xfrm>
            <a:off x="6304466" y="3603000"/>
            <a:ext cx="1339913" cy="673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2B0720B-0ACD-5BA6-5E39-C7D3654BB664}"/>
              </a:ext>
            </a:extLst>
          </p:cNvPr>
          <p:cNvCxnSpPr>
            <a:cxnSpLocks/>
            <a:stCxn id="1025" idx="3"/>
            <a:endCxn id="67" idx="1"/>
          </p:cNvCxnSpPr>
          <p:nvPr/>
        </p:nvCxnSpPr>
        <p:spPr>
          <a:xfrm flipV="1">
            <a:off x="7816362" y="2151407"/>
            <a:ext cx="1284008" cy="789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7B7D749-D310-1173-4BE2-6CEBC1CAE012}"/>
              </a:ext>
            </a:extLst>
          </p:cNvPr>
          <p:cNvSpPr txBox="1"/>
          <p:nvPr/>
        </p:nvSpPr>
        <p:spPr>
          <a:xfrm>
            <a:off x="6411842" y="191321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DC6BC07-A94D-3C4E-36FB-C92A8D3D83C0}"/>
              </a:ext>
            </a:extLst>
          </p:cNvPr>
          <p:cNvSpPr/>
          <p:nvPr/>
        </p:nvSpPr>
        <p:spPr>
          <a:xfrm>
            <a:off x="6304466" y="1700306"/>
            <a:ext cx="1339913" cy="7028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21" name="Connector: Curved 120">
            <a:extLst>
              <a:ext uri="{FF2B5EF4-FFF2-40B4-BE49-F238E27FC236}">
                <a16:creationId xmlns:a16="http://schemas.microsoft.com/office/drawing/2014/main" id="{27AEF157-3835-6643-A75B-166A77FA6C4A}"/>
              </a:ext>
            </a:extLst>
          </p:cNvPr>
          <p:cNvCxnSpPr>
            <a:cxnSpLocks/>
            <a:stCxn id="100" idx="0"/>
            <a:endCxn id="109" idx="0"/>
          </p:cNvCxnSpPr>
          <p:nvPr/>
        </p:nvCxnSpPr>
        <p:spPr>
          <a:xfrm rot="5400000" flipH="1" flipV="1">
            <a:off x="4169204" y="-202712"/>
            <a:ext cx="902201" cy="4708238"/>
          </a:xfrm>
          <a:prstGeom prst="curvedConnector3">
            <a:avLst>
              <a:gd name="adj1" fmla="val 1253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2ADBDF15-AD2E-A380-152C-B9684A69D8CA}"/>
              </a:ext>
            </a:extLst>
          </p:cNvPr>
          <p:cNvCxnSpPr>
            <a:cxnSpLocks/>
            <a:stCxn id="109" idx="2"/>
            <a:endCxn id="100" idx="3"/>
          </p:cNvCxnSpPr>
          <p:nvPr/>
        </p:nvCxnSpPr>
        <p:spPr>
          <a:xfrm rot="5400000">
            <a:off x="4658679" y="680589"/>
            <a:ext cx="593206" cy="40382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echnology, Accessibility, Credentials, Identity, credential, Access,  identification icon">
            <a:extLst>
              <a:ext uri="{FF2B5EF4-FFF2-40B4-BE49-F238E27FC236}">
                <a16:creationId xmlns:a16="http://schemas.microsoft.com/office/drawing/2014/main" id="{026AD0B5-8D1B-2509-F83F-885D4961D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245" y="1480808"/>
            <a:ext cx="327570" cy="32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64A74D6E-E803-4B28-2410-D16D210736FB}"/>
              </a:ext>
            </a:extLst>
          </p:cNvPr>
          <p:cNvSpPr/>
          <p:nvPr/>
        </p:nvSpPr>
        <p:spPr>
          <a:xfrm>
            <a:off x="6163408" y="1477677"/>
            <a:ext cx="1652954" cy="292576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3DC326C-4757-2E64-E272-784F71D80126}"/>
              </a:ext>
            </a:extLst>
          </p:cNvPr>
          <p:cNvSpPr txBox="1"/>
          <p:nvPr/>
        </p:nvSpPr>
        <p:spPr>
          <a:xfrm>
            <a:off x="6579539" y="3269452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OAuth</a:t>
            </a:r>
          </a:p>
        </p:txBody>
      </p:sp>
      <p:cxnSp>
        <p:nvCxnSpPr>
          <p:cNvPr id="1038" name="Connector: Curved 1037">
            <a:extLst>
              <a:ext uri="{FF2B5EF4-FFF2-40B4-BE49-F238E27FC236}">
                <a16:creationId xmlns:a16="http://schemas.microsoft.com/office/drawing/2014/main" id="{7DD1043D-1E73-CD1C-308E-9304C666A893}"/>
              </a:ext>
            </a:extLst>
          </p:cNvPr>
          <p:cNvCxnSpPr>
            <a:stCxn id="100" idx="3"/>
            <a:endCxn id="104" idx="0"/>
          </p:cNvCxnSpPr>
          <p:nvPr/>
        </p:nvCxnSpPr>
        <p:spPr>
          <a:xfrm>
            <a:off x="2936141" y="2996333"/>
            <a:ext cx="4038282" cy="6066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: Curved 1039">
            <a:extLst>
              <a:ext uri="{FF2B5EF4-FFF2-40B4-BE49-F238E27FC236}">
                <a16:creationId xmlns:a16="http://schemas.microsoft.com/office/drawing/2014/main" id="{8ADEFA1C-1204-986C-7EAF-3D28D6378713}"/>
              </a:ext>
            </a:extLst>
          </p:cNvPr>
          <p:cNvCxnSpPr>
            <a:cxnSpLocks/>
            <a:stCxn id="104" idx="2"/>
            <a:endCxn id="101" idx="3"/>
          </p:cNvCxnSpPr>
          <p:nvPr/>
        </p:nvCxnSpPr>
        <p:spPr>
          <a:xfrm rot="5400000" flipH="1">
            <a:off x="4345523" y="1648062"/>
            <a:ext cx="515611" cy="4742189"/>
          </a:xfrm>
          <a:prstGeom prst="curvedConnector3">
            <a:avLst>
              <a:gd name="adj1" fmla="val -443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368E690C-2036-8B31-4DD7-23D9C3DEC2BB}"/>
              </a:ext>
            </a:extLst>
          </p:cNvPr>
          <p:cNvSpPr txBox="1"/>
          <p:nvPr/>
        </p:nvSpPr>
        <p:spPr>
          <a:xfrm>
            <a:off x="4808900" y="3371270"/>
            <a:ext cx="762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Id Token</a:t>
            </a:r>
          </a:p>
        </p:txBody>
      </p:sp>
      <p:pic>
        <p:nvPicPr>
          <p:cNvPr id="1043" name="Picture 4" descr="Key Icon | Line Iconpack | IconsMind">
            <a:extLst>
              <a:ext uri="{FF2B5EF4-FFF2-40B4-BE49-F238E27FC236}">
                <a16:creationId xmlns:a16="http://schemas.microsoft.com/office/drawing/2014/main" id="{FB6C85BC-1D51-49D6-0ED7-FC4D8885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585" y="5413255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TextBox 1043">
            <a:extLst>
              <a:ext uri="{FF2B5EF4-FFF2-40B4-BE49-F238E27FC236}">
                <a16:creationId xmlns:a16="http://schemas.microsoft.com/office/drawing/2014/main" id="{7FA4F9A9-7E56-A1F4-67C7-EB1DCD9A97DC}"/>
              </a:ext>
            </a:extLst>
          </p:cNvPr>
          <p:cNvSpPr txBox="1"/>
          <p:nvPr/>
        </p:nvSpPr>
        <p:spPr>
          <a:xfrm>
            <a:off x="4073628" y="5649694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pic>
        <p:nvPicPr>
          <p:cNvPr id="2052" name="Picture 4" descr="Material Design Numeric Iconpack (84 icons) | Pictogrammers Team">
            <a:extLst>
              <a:ext uri="{FF2B5EF4-FFF2-40B4-BE49-F238E27FC236}">
                <a16:creationId xmlns:a16="http://schemas.microsoft.com/office/drawing/2014/main" id="{ED2F8E6D-3E5C-70E9-F3DC-9DFBA9821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301" y="4267241"/>
            <a:ext cx="550151" cy="18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6BB209-DCFD-2724-F5D8-981EADD80D35}"/>
              </a:ext>
            </a:extLst>
          </p:cNvPr>
          <p:cNvSpPr txBox="1"/>
          <p:nvPr/>
        </p:nvSpPr>
        <p:spPr>
          <a:xfrm>
            <a:off x="4405131" y="4204136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376AFA1-FD8A-B95D-6681-746870A5C384}"/>
              </a:ext>
            </a:extLst>
          </p:cNvPr>
          <p:cNvCxnSpPr>
            <a:cxnSpLocks/>
            <a:stCxn id="101" idx="3"/>
            <a:endCxn id="104" idx="2"/>
          </p:cNvCxnSpPr>
          <p:nvPr/>
        </p:nvCxnSpPr>
        <p:spPr>
          <a:xfrm rot="16200000" flipH="1">
            <a:off x="4345523" y="1648060"/>
            <a:ext cx="515611" cy="4742189"/>
          </a:xfrm>
          <a:prstGeom prst="curvedConnector3">
            <a:avLst>
              <a:gd name="adj1" fmla="val 2841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E09E22C-3557-B6EE-F180-2D2EC7510C19}"/>
              </a:ext>
            </a:extLst>
          </p:cNvPr>
          <p:cNvSpPr txBox="1"/>
          <p:nvPr/>
        </p:nvSpPr>
        <p:spPr>
          <a:xfrm>
            <a:off x="3919592" y="4891376"/>
            <a:ext cx="165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Rquest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Picture 4" descr="Material Design Numeric Iconpack (84 icons) | Pictogrammers Team">
            <a:extLst>
              <a:ext uri="{FF2B5EF4-FFF2-40B4-BE49-F238E27FC236}">
                <a16:creationId xmlns:a16="http://schemas.microsoft.com/office/drawing/2014/main" id="{302E7171-CAC5-D158-F8ED-835B8BF78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796" y="4962309"/>
            <a:ext cx="538612" cy="17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45CFCBA5-51C3-DE88-2A42-4F5F0663B6AF}"/>
              </a:ext>
            </a:extLst>
          </p:cNvPr>
          <p:cNvCxnSpPr>
            <a:stCxn id="104" idx="2"/>
            <a:endCxn id="101" idx="3"/>
          </p:cNvCxnSpPr>
          <p:nvPr/>
        </p:nvCxnSpPr>
        <p:spPr>
          <a:xfrm rot="5400000" flipH="1">
            <a:off x="4362498" y="1665037"/>
            <a:ext cx="515611" cy="4708238"/>
          </a:xfrm>
          <a:prstGeom prst="curvedConnector3">
            <a:avLst>
              <a:gd name="adj1" fmla="val -2745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50509511-F0A8-1496-D56B-C29D6CAEF489}"/>
              </a:ext>
            </a:extLst>
          </p:cNvPr>
          <p:cNvCxnSpPr>
            <a:stCxn id="101" idx="3"/>
            <a:endCxn id="104" idx="2"/>
          </p:cNvCxnSpPr>
          <p:nvPr/>
        </p:nvCxnSpPr>
        <p:spPr>
          <a:xfrm rot="16200000" flipH="1">
            <a:off x="4345523" y="1648060"/>
            <a:ext cx="515611" cy="4742189"/>
          </a:xfrm>
          <a:prstGeom prst="curvedConnector3">
            <a:avLst>
              <a:gd name="adj1" fmla="val 5246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37CEC97-A118-580A-0F02-817C4E37F5AB}"/>
              </a:ext>
            </a:extLst>
          </p:cNvPr>
          <p:cNvSpPr txBox="1"/>
          <p:nvPr/>
        </p:nvSpPr>
        <p:spPr>
          <a:xfrm>
            <a:off x="4073628" y="6443600"/>
            <a:ext cx="1129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Access Token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211031-C715-28A1-CA03-06DE18F70C18}"/>
              </a:ext>
            </a:extLst>
          </p:cNvPr>
          <p:cNvSpPr txBox="1"/>
          <p:nvPr/>
        </p:nvSpPr>
        <p:spPr>
          <a:xfrm>
            <a:off x="5131329" y="2812564"/>
            <a:ext cx="762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Id Token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E53DD-0210-0F3C-29A8-6A5C0904E707}"/>
              </a:ext>
            </a:extLst>
          </p:cNvPr>
          <p:cNvSpPr txBox="1"/>
          <p:nvPr/>
        </p:nvSpPr>
        <p:spPr>
          <a:xfrm>
            <a:off x="7037399" y="1435329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OpenId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Connect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F1DC81-9D86-EAE2-6120-1E7BCBE1196F}"/>
              </a:ext>
            </a:extLst>
          </p:cNvPr>
          <p:cNvCxnSpPr/>
          <p:nvPr/>
        </p:nvCxnSpPr>
        <p:spPr>
          <a:xfrm flipH="1">
            <a:off x="5969977" y="2190215"/>
            <a:ext cx="3344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BE9EFF0-AC48-743A-7441-7492069CE9BF}"/>
              </a:ext>
            </a:extLst>
          </p:cNvPr>
          <p:cNvSpPr/>
          <p:nvPr/>
        </p:nvSpPr>
        <p:spPr>
          <a:xfrm>
            <a:off x="5780956" y="2094965"/>
            <a:ext cx="179838" cy="17983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34833-AAD3-08C4-13BB-95D717E6EF0C}"/>
              </a:ext>
            </a:extLst>
          </p:cNvPr>
          <p:cNvSpPr txBox="1"/>
          <p:nvPr/>
        </p:nvSpPr>
        <p:spPr>
          <a:xfrm>
            <a:off x="5066262" y="1796390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E81DA76D-558F-D3A1-1DD5-FFCE7CF17727}"/>
              </a:ext>
            </a:extLst>
          </p:cNvPr>
          <p:cNvSpPr/>
          <p:nvPr/>
        </p:nvSpPr>
        <p:spPr>
          <a:xfrm>
            <a:off x="10101358" y="2877581"/>
            <a:ext cx="594589" cy="512577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FE76C8D1-B1A4-DC13-D94F-28B9D1CFAC0C}"/>
              </a:ext>
            </a:extLst>
          </p:cNvPr>
          <p:cNvSpPr/>
          <p:nvPr/>
        </p:nvSpPr>
        <p:spPr>
          <a:xfrm>
            <a:off x="10101358" y="3546451"/>
            <a:ext cx="594589" cy="512577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7CC828FE-CB62-1CC5-D0FE-0D1311248F1C}"/>
              </a:ext>
            </a:extLst>
          </p:cNvPr>
          <p:cNvSpPr/>
          <p:nvPr/>
        </p:nvSpPr>
        <p:spPr>
          <a:xfrm>
            <a:off x="10101358" y="4191178"/>
            <a:ext cx="594589" cy="512577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75CD25-B65F-2E20-A286-B30A66BE4745}"/>
              </a:ext>
            </a:extLst>
          </p:cNvPr>
          <p:cNvCxnSpPr>
            <a:stCxn id="1025" idx="3"/>
            <a:endCxn id="12" idx="3"/>
          </p:cNvCxnSpPr>
          <p:nvPr/>
        </p:nvCxnSpPr>
        <p:spPr>
          <a:xfrm>
            <a:off x="7816362" y="2940558"/>
            <a:ext cx="2284996" cy="193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C5B026-A9D3-A6DE-6984-3C5D7B5C0763}"/>
              </a:ext>
            </a:extLst>
          </p:cNvPr>
          <p:cNvCxnSpPr>
            <a:stCxn id="1025" idx="3"/>
            <a:endCxn id="13" idx="3"/>
          </p:cNvCxnSpPr>
          <p:nvPr/>
        </p:nvCxnSpPr>
        <p:spPr>
          <a:xfrm>
            <a:off x="7816362" y="2940558"/>
            <a:ext cx="2284996" cy="86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274842-7702-1221-71A5-7C03C444D924}"/>
              </a:ext>
            </a:extLst>
          </p:cNvPr>
          <p:cNvCxnSpPr>
            <a:stCxn id="1025" idx="3"/>
            <a:endCxn id="15" idx="3"/>
          </p:cNvCxnSpPr>
          <p:nvPr/>
        </p:nvCxnSpPr>
        <p:spPr>
          <a:xfrm>
            <a:off x="7816362" y="2940558"/>
            <a:ext cx="2284996" cy="1506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4" descr="Key Icon | Line Iconpack | IconsMind">
            <a:extLst>
              <a:ext uri="{FF2B5EF4-FFF2-40B4-BE49-F238E27FC236}">
                <a16:creationId xmlns:a16="http://schemas.microsoft.com/office/drawing/2014/main" id="{09325E58-EF5A-6E30-3C17-15C7F55B0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61" y="2857832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0A3EEC2-CFA8-6C33-BDDD-4AA78B3FC301}"/>
              </a:ext>
            </a:extLst>
          </p:cNvPr>
          <p:cNvSpPr txBox="1"/>
          <p:nvPr/>
        </p:nvSpPr>
        <p:spPr>
          <a:xfrm>
            <a:off x="4943301" y="446324"/>
            <a:ext cx="4248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IdP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AzureAD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, AWS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Cognito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, Google, Microsoft, WSO2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Identity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Identity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Server 4, </a:t>
            </a:r>
            <a:r>
              <a:rPr lang="es-419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endParaRPr lang="es-419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5DEAE3D-5E7B-DBCB-D1B2-01105BEAFE7B}"/>
              </a:ext>
            </a:extLst>
          </p:cNvPr>
          <p:cNvCxnSpPr>
            <a:cxnSpLocks/>
            <a:endCxn id="23" idx="0"/>
          </p:cNvCxnSpPr>
          <p:nvPr/>
        </p:nvCxnSpPr>
        <p:spPr>
          <a:xfrm rot="16200000" flipV="1">
            <a:off x="3764705" y="393282"/>
            <a:ext cx="745168" cy="5674268"/>
          </a:xfrm>
          <a:prstGeom prst="curvedConnector3">
            <a:avLst>
              <a:gd name="adj1" fmla="val 343062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 descr="Key Icon | Line Iconpack | IconsMind">
            <a:extLst>
              <a:ext uri="{FF2B5EF4-FFF2-40B4-BE49-F238E27FC236}">
                <a16:creationId xmlns:a16="http://schemas.microsoft.com/office/drawing/2014/main" id="{DBB35871-EF10-62E6-A2BB-3EC6712A7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04" y="3093300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Key Icon | Line Iconpack | IconsMind">
            <a:extLst>
              <a:ext uri="{FF2B5EF4-FFF2-40B4-BE49-F238E27FC236}">
                <a16:creationId xmlns:a16="http://schemas.microsoft.com/office/drawing/2014/main" id="{27C5007D-0411-9B18-98A5-2175F83C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61" y="3363120"/>
            <a:ext cx="312587" cy="31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view icon">
            <a:extLst>
              <a:ext uri="{FF2B5EF4-FFF2-40B4-BE49-F238E27FC236}">
                <a16:creationId xmlns:a16="http://schemas.microsoft.com/office/drawing/2014/main" id="{70B8CD1E-C6EA-D1BB-C95E-DA8B76B74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16" y="2857831"/>
            <a:ext cx="271605" cy="27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Edit Modify Ico Svg Png Icon Free Download (#388620) - OnlineWebFonts.COM">
            <a:extLst>
              <a:ext uri="{FF2B5EF4-FFF2-40B4-BE49-F238E27FC236}">
                <a16:creationId xmlns:a16="http://schemas.microsoft.com/office/drawing/2014/main" id="{B8D60D3F-F3E1-B48C-B3B3-69F52A333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03" y="3275368"/>
            <a:ext cx="271606" cy="27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Cross 29">
            <a:extLst>
              <a:ext uri="{FF2B5EF4-FFF2-40B4-BE49-F238E27FC236}">
                <a16:creationId xmlns:a16="http://schemas.microsoft.com/office/drawing/2014/main" id="{4D1131DB-F760-3D94-0FC9-99F737692E5B}"/>
              </a:ext>
            </a:extLst>
          </p:cNvPr>
          <p:cNvSpPr/>
          <p:nvPr/>
        </p:nvSpPr>
        <p:spPr>
          <a:xfrm rot="2700000">
            <a:off x="779045" y="3386985"/>
            <a:ext cx="296987" cy="284933"/>
          </a:xfrm>
          <a:prstGeom prst="plus">
            <a:avLst>
              <a:gd name="adj" fmla="val 421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3074" name="Picture 2" descr="Encryption Key Icons - Free SVG &amp; PNG Encryption Key Images - Noun Project">
            <a:extLst>
              <a:ext uri="{FF2B5EF4-FFF2-40B4-BE49-F238E27FC236}">
                <a16:creationId xmlns:a16="http://schemas.microsoft.com/office/drawing/2014/main" id="{7F3F9F31-3CF4-51F4-738E-ECD10C43E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085" y="2471453"/>
            <a:ext cx="276999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Encryption Key Icons - Free SVG &amp; PNG Encryption Key Images - Noun Project">
            <a:extLst>
              <a:ext uri="{FF2B5EF4-FFF2-40B4-BE49-F238E27FC236}">
                <a16:creationId xmlns:a16="http://schemas.microsoft.com/office/drawing/2014/main" id="{4E83526D-0DF6-3F13-8E99-F304B3A0E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085" y="2846813"/>
            <a:ext cx="276999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7DFD15A-B8B3-5139-DC2D-B518DA5B9288}"/>
              </a:ext>
            </a:extLst>
          </p:cNvPr>
          <p:cNvSpPr txBox="1"/>
          <p:nvPr/>
        </p:nvSpPr>
        <p:spPr>
          <a:xfrm>
            <a:off x="8053024" y="40191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419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05C25A-C35E-02B0-4CE2-975464484627}"/>
              </a:ext>
            </a:extLst>
          </p:cNvPr>
          <p:cNvSpPr txBox="1"/>
          <p:nvPr/>
        </p:nvSpPr>
        <p:spPr>
          <a:xfrm>
            <a:off x="6853717" y="3062997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Private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Key</a:t>
            </a:r>
          </a:p>
        </p:txBody>
      </p:sp>
      <p:pic>
        <p:nvPicPr>
          <p:cNvPr id="34" name="Picture 2" descr="Encryption Key Icons - Free SVG &amp; PNG Encryption Key Images - Noun Project">
            <a:extLst>
              <a:ext uri="{FF2B5EF4-FFF2-40B4-BE49-F238E27FC236}">
                <a16:creationId xmlns:a16="http://schemas.microsoft.com/office/drawing/2014/main" id="{2A2FE313-9D18-5A90-10A0-15153779E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09" y="2544535"/>
            <a:ext cx="276999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4602C6B-10FA-7373-5F77-C802D05A03AE}"/>
              </a:ext>
            </a:extLst>
          </p:cNvPr>
          <p:cNvSpPr txBox="1"/>
          <p:nvPr/>
        </p:nvSpPr>
        <p:spPr>
          <a:xfrm>
            <a:off x="1133279" y="38782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419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09D103-E6F6-C674-2577-553D61245372}"/>
              </a:ext>
            </a:extLst>
          </p:cNvPr>
          <p:cNvSpPr txBox="1"/>
          <p:nvPr/>
        </p:nvSpPr>
        <p:spPr>
          <a:xfrm>
            <a:off x="1045508" y="3726767"/>
            <a:ext cx="628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</a:p>
          <a:p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</a:p>
          <a:p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TXT</a:t>
            </a:r>
          </a:p>
          <a:p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CUSTOM</a:t>
            </a:r>
          </a:p>
        </p:txBody>
      </p:sp>
      <p:pic>
        <p:nvPicPr>
          <p:cNvPr id="3078" name="Picture 6" descr="Black time icon - Free black time icons">
            <a:extLst>
              <a:ext uri="{FF2B5EF4-FFF2-40B4-BE49-F238E27FC236}">
                <a16:creationId xmlns:a16="http://schemas.microsoft.com/office/drawing/2014/main" id="{DCE8EEEB-A1F8-0C67-A527-35B73C13A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55" y="3837093"/>
            <a:ext cx="277000" cy="2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9D494DF-3FB7-94D3-E3E7-AF9BFB2CCA91}"/>
              </a:ext>
            </a:extLst>
          </p:cNvPr>
          <p:cNvSpPr txBox="1"/>
          <p:nvPr/>
        </p:nvSpPr>
        <p:spPr>
          <a:xfrm>
            <a:off x="597993" y="4083456"/>
            <a:ext cx="574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800" dirty="0" err="1">
                <a:latin typeface="Arial" panose="020B0604020202020204" pitchFamily="34" charset="0"/>
                <a:cs typeface="Arial" panose="020B0604020202020204" pitchFamily="34" charset="0"/>
              </a:rPr>
              <a:t>Life</a:t>
            </a:r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640422-1FD6-2E43-E895-62209F20B5D9}"/>
              </a:ext>
            </a:extLst>
          </p:cNvPr>
          <p:cNvSpPr txBox="1"/>
          <p:nvPr/>
        </p:nvSpPr>
        <p:spPr>
          <a:xfrm>
            <a:off x="853727" y="2221369"/>
            <a:ext cx="5389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7A1EBD5-380C-A374-3A69-801CD66EE284}"/>
              </a:ext>
            </a:extLst>
          </p:cNvPr>
          <p:cNvSpPr/>
          <p:nvPr/>
        </p:nvSpPr>
        <p:spPr>
          <a:xfrm>
            <a:off x="7592677" y="160795"/>
            <a:ext cx="489733" cy="4221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90A89A-E2F0-0C53-07C0-C53AC4AB498A}"/>
              </a:ext>
            </a:extLst>
          </p:cNvPr>
          <p:cNvSpPr txBox="1"/>
          <p:nvPr/>
        </p:nvSpPr>
        <p:spPr>
          <a:xfrm>
            <a:off x="7978709" y="248776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LDAP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F01DF191-D271-C8FF-858C-86E810048151}"/>
              </a:ext>
            </a:extLst>
          </p:cNvPr>
          <p:cNvCxnSpPr>
            <a:stCxn id="1025" idx="0"/>
            <a:endCxn id="39" idx="1"/>
          </p:cNvCxnSpPr>
          <p:nvPr/>
        </p:nvCxnSpPr>
        <p:spPr>
          <a:xfrm rot="5400000" flipH="1" flipV="1">
            <a:off x="6799602" y="562170"/>
            <a:ext cx="1105790" cy="7252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4EECA44-AC01-7842-8CE8-3D95513BF813}"/>
              </a:ext>
            </a:extLst>
          </p:cNvPr>
          <p:cNvSpPr/>
          <p:nvPr/>
        </p:nvSpPr>
        <p:spPr>
          <a:xfrm>
            <a:off x="9374458" y="264082"/>
            <a:ext cx="878108" cy="3920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Fa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458B58-7BCF-F93C-677E-AE72F2BDC3C4}"/>
              </a:ext>
            </a:extLst>
          </p:cNvPr>
          <p:cNvSpPr txBox="1"/>
          <p:nvPr/>
        </p:nvSpPr>
        <p:spPr>
          <a:xfrm>
            <a:off x="9394639" y="318783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9F953F0-6192-198D-05C0-EFA98E9945FC}"/>
              </a:ext>
            </a:extLst>
          </p:cNvPr>
          <p:cNvSpPr/>
          <p:nvPr/>
        </p:nvSpPr>
        <p:spPr>
          <a:xfrm>
            <a:off x="10435637" y="264082"/>
            <a:ext cx="878108" cy="3920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Fa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9AC629-9B23-A28A-E5E3-7039892E1D04}"/>
              </a:ext>
            </a:extLst>
          </p:cNvPr>
          <p:cNvSpPr txBox="1"/>
          <p:nvPr/>
        </p:nvSpPr>
        <p:spPr>
          <a:xfrm>
            <a:off x="10455818" y="318783"/>
            <a:ext cx="662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5F1D63B1-6AF6-2950-FF98-93B63C4AAF69}"/>
              </a:ext>
            </a:extLst>
          </p:cNvPr>
          <p:cNvCxnSpPr>
            <a:cxnSpLocks/>
            <a:stCxn id="1025" idx="0"/>
            <a:endCxn id="47" idx="2"/>
          </p:cNvCxnSpPr>
          <p:nvPr/>
        </p:nvCxnSpPr>
        <p:spPr>
          <a:xfrm rot="5400000" flipH="1" flipV="1">
            <a:off x="7965797" y="-380129"/>
            <a:ext cx="881895" cy="283371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B8411A46-E2B0-7D63-AF07-0EB4D4CC7F72}"/>
              </a:ext>
            </a:extLst>
          </p:cNvPr>
          <p:cNvCxnSpPr>
            <a:cxnSpLocks/>
            <a:stCxn id="1025" idx="0"/>
            <a:endCxn id="48" idx="2"/>
          </p:cNvCxnSpPr>
          <p:nvPr/>
        </p:nvCxnSpPr>
        <p:spPr>
          <a:xfrm rot="5400000" flipH="1" flipV="1">
            <a:off x="8521517" y="-875497"/>
            <a:ext cx="821542" cy="38848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A77E29B-638D-ED5C-B951-20B50C5736DF}"/>
              </a:ext>
            </a:extLst>
          </p:cNvPr>
          <p:cNvSpPr/>
          <p:nvPr/>
        </p:nvSpPr>
        <p:spPr>
          <a:xfrm>
            <a:off x="8496350" y="4933866"/>
            <a:ext cx="878108" cy="147781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Fa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B1758C-867C-8557-4CF7-897C9F40BF45}"/>
              </a:ext>
            </a:extLst>
          </p:cNvPr>
          <p:cNvSpPr txBox="1"/>
          <p:nvPr/>
        </p:nvSpPr>
        <p:spPr>
          <a:xfrm>
            <a:off x="8665816" y="5136256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IdP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6A9B2357-61D8-EAF2-8EFB-707BE95DC1EA}"/>
              </a:ext>
            </a:extLst>
          </p:cNvPr>
          <p:cNvCxnSpPr>
            <a:stCxn id="104" idx="2"/>
            <a:endCxn id="60" idx="1"/>
          </p:cNvCxnSpPr>
          <p:nvPr/>
        </p:nvCxnSpPr>
        <p:spPr>
          <a:xfrm rot="16200000" flipH="1">
            <a:off x="7037481" y="4213902"/>
            <a:ext cx="1395810" cy="152192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5BAB16D-BA22-B92F-EFF8-0423DC4F1C45}"/>
              </a:ext>
            </a:extLst>
          </p:cNvPr>
          <p:cNvSpPr txBox="1"/>
          <p:nvPr/>
        </p:nvSpPr>
        <p:spPr>
          <a:xfrm>
            <a:off x="9495645" y="5228588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AzureAD</a:t>
            </a:r>
            <a:endParaRPr lang="es-419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1BD7201-04EC-46C9-E5A6-143C0135433D}"/>
              </a:ext>
            </a:extLst>
          </p:cNvPr>
          <p:cNvSpPr/>
          <p:nvPr/>
        </p:nvSpPr>
        <p:spPr>
          <a:xfrm>
            <a:off x="9100370" y="1799996"/>
            <a:ext cx="294269" cy="7028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005AE0F-BC94-5256-2D57-18781F8571C1}"/>
              </a:ext>
            </a:extLst>
          </p:cNvPr>
          <p:cNvCxnSpPr>
            <a:stCxn id="67" idx="3"/>
            <a:endCxn id="98" idx="3"/>
          </p:cNvCxnSpPr>
          <p:nvPr/>
        </p:nvCxnSpPr>
        <p:spPr>
          <a:xfrm flipV="1">
            <a:off x="9394639" y="1913216"/>
            <a:ext cx="259343" cy="238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125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4256FF-4CBD-3B2B-F39C-EEF8D5584BD1}"/>
              </a:ext>
            </a:extLst>
          </p:cNvPr>
          <p:cNvSpPr/>
          <p:nvPr/>
        </p:nvSpPr>
        <p:spPr>
          <a:xfrm>
            <a:off x="4290646" y="808892"/>
            <a:ext cx="6646985" cy="51874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427D0-DF28-BB81-9C2C-0212B276B9FA}"/>
              </a:ext>
            </a:extLst>
          </p:cNvPr>
          <p:cNvSpPr/>
          <p:nvPr/>
        </p:nvSpPr>
        <p:spPr>
          <a:xfrm>
            <a:off x="4519246" y="1046284"/>
            <a:ext cx="6321669" cy="22860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D5BC3-BF6A-E6B2-449E-E2F63C89075C}"/>
              </a:ext>
            </a:extLst>
          </p:cNvPr>
          <p:cNvSpPr/>
          <p:nvPr/>
        </p:nvSpPr>
        <p:spPr>
          <a:xfrm>
            <a:off x="4519246" y="3569677"/>
            <a:ext cx="3130061" cy="22860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EDC3A-F88E-2DD7-B168-A86E08F75C18}"/>
              </a:ext>
            </a:extLst>
          </p:cNvPr>
          <p:cNvSpPr/>
          <p:nvPr/>
        </p:nvSpPr>
        <p:spPr>
          <a:xfrm>
            <a:off x="7860323" y="3569677"/>
            <a:ext cx="2980592" cy="22860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4919AE-2B5B-0490-A294-8450F9D857FD}"/>
              </a:ext>
            </a:extLst>
          </p:cNvPr>
          <p:cNvSpPr/>
          <p:nvPr/>
        </p:nvSpPr>
        <p:spPr>
          <a:xfrm>
            <a:off x="1842413" y="2769562"/>
            <a:ext cx="1339913" cy="787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F126D26-48DC-1505-13C8-7E22AB7CF55A}"/>
              </a:ext>
            </a:extLst>
          </p:cNvPr>
          <p:cNvSpPr/>
          <p:nvPr/>
        </p:nvSpPr>
        <p:spPr>
          <a:xfrm>
            <a:off x="1842413" y="3656801"/>
            <a:ext cx="1339913" cy="271604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39035-2ECA-D711-1C44-68EF9DF393DF}"/>
              </a:ext>
            </a:extLst>
          </p:cNvPr>
          <p:cNvSpPr txBox="1"/>
          <p:nvPr/>
        </p:nvSpPr>
        <p:spPr>
          <a:xfrm>
            <a:off x="1799619" y="398950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8E3B6236-6FC3-A486-A677-02202835D1DF}"/>
              </a:ext>
            </a:extLst>
          </p:cNvPr>
          <p:cNvSpPr/>
          <p:nvPr/>
        </p:nvSpPr>
        <p:spPr>
          <a:xfrm>
            <a:off x="5292969" y="1213339"/>
            <a:ext cx="1132099" cy="975947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7E3ACDC5-C6B9-2707-CEF1-4BD6126A39D6}"/>
              </a:ext>
            </a:extLst>
          </p:cNvPr>
          <p:cNvSpPr/>
          <p:nvPr/>
        </p:nvSpPr>
        <p:spPr>
          <a:xfrm>
            <a:off x="7198791" y="1213339"/>
            <a:ext cx="1132099" cy="975947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552EF7E8-0596-E884-40E2-0D3F26AA9FCD}"/>
              </a:ext>
            </a:extLst>
          </p:cNvPr>
          <p:cNvSpPr/>
          <p:nvPr/>
        </p:nvSpPr>
        <p:spPr>
          <a:xfrm>
            <a:off x="9191125" y="1213339"/>
            <a:ext cx="1132099" cy="975947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91710-F046-E3EE-3763-43C425A6E40A}"/>
              </a:ext>
            </a:extLst>
          </p:cNvPr>
          <p:cNvSpPr txBox="1"/>
          <p:nvPr/>
        </p:nvSpPr>
        <p:spPr>
          <a:xfrm>
            <a:off x="5477631" y="2217841"/>
            <a:ext cx="697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7A369C-C6B4-6DC5-1C07-A35058A2D569}"/>
              </a:ext>
            </a:extLst>
          </p:cNvPr>
          <p:cNvSpPr txBox="1"/>
          <p:nvPr/>
        </p:nvSpPr>
        <p:spPr>
          <a:xfrm>
            <a:off x="7273808" y="2234296"/>
            <a:ext cx="982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SQL Server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7A2BB-5559-EC97-677E-C2D99ED7B1D0}"/>
              </a:ext>
            </a:extLst>
          </p:cNvPr>
          <p:cNvSpPr txBox="1"/>
          <p:nvPr/>
        </p:nvSpPr>
        <p:spPr>
          <a:xfrm>
            <a:off x="9364469" y="2224377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EAD830-63BC-2F63-D21A-58AA19A0E129}"/>
              </a:ext>
            </a:extLst>
          </p:cNvPr>
          <p:cNvSpPr txBox="1"/>
          <p:nvPr/>
        </p:nvSpPr>
        <p:spPr>
          <a:xfrm>
            <a:off x="5464518" y="2426678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:8080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FED805-72EA-45F4-30CB-A6135B8F4902}"/>
              </a:ext>
            </a:extLst>
          </p:cNvPr>
          <p:cNvSpPr txBox="1"/>
          <p:nvPr/>
        </p:nvSpPr>
        <p:spPr>
          <a:xfrm>
            <a:off x="7283130" y="2426678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:1433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ACA6F9-E4A2-43C8-3509-B442D0D46488}"/>
              </a:ext>
            </a:extLst>
          </p:cNvPr>
          <p:cNvSpPr txBox="1"/>
          <p:nvPr/>
        </p:nvSpPr>
        <p:spPr>
          <a:xfrm>
            <a:off x="9367782" y="2426678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:8080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A12601-5330-E958-D0C0-4E1FCAB64B1E}"/>
              </a:ext>
            </a:extLst>
          </p:cNvPr>
          <p:cNvSpPr txBox="1"/>
          <p:nvPr/>
        </p:nvSpPr>
        <p:spPr>
          <a:xfrm>
            <a:off x="3731654" y="3055286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:8085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5DE235-23CE-6C77-65D3-CC361747AC38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3182326" y="3163388"/>
            <a:ext cx="549328" cy="3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318BF8-7A1F-B0A0-A571-6256603406A3}"/>
              </a:ext>
            </a:extLst>
          </p:cNvPr>
          <p:cNvCxnSpPr>
            <a:stCxn id="20" idx="3"/>
            <a:endCxn id="17" idx="1"/>
          </p:cNvCxnSpPr>
          <p:nvPr/>
        </p:nvCxnSpPr>
        <p:spPr>
          <a:xfrm flipV="1">
            <a:off x="4299438" y="2565178"/>
            <a:ext cx="1165080" cy="628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4CF3271-47DA-BC39-CCD1-8BFFD93D10A2}"/>
              </a:ext>
            </a:extLst>
          </p:cNvPr>
          <p:cNvSpPr txBox="1"/>
          <p:nvPr/>
        </p:nvSpPr>
        <p:spPr>
          <a:xfrm>
            <a:off x="3731654" y="3425293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:1434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3718C4-9E5C-5D5C-A34D-157F2751FF15}"/>
              </a:ext>
            </a:extLst>
          </p:cNvPr>
          <p:cNvSpPr txBox="1"/>
          <p:nvPr/>
        </p:nvSpPr>
        <p:spPr>
          <a:xfrm>
            <a:off x="3731654" y="3917256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:8081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9ACE6F-09DD-392F-2005-E6B09CB395B6}"/>
              </a:ext>
            </a:extLst>
          </p:cNvPr>
          <p:cNvCxnSpPr>
            <a:stCxn id="8" idx="3"/>
            <a:endCxn id="27" idx="1"/>
          </p:cNvCxnSpPr>
          <p:nvPr/>
        </p:nvCxnSpPr>
        <p:spPr>
          <a:xfrm>
            <a:off x="3182326" y="3163388"/>
            <a:ext cx="549328" cy="400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6ACD10D-F168-198C-E09B-E0C6B3104D3F}"/>
              </a:ext>
            </a:extLst>
          </p:cNvPr>
          <p:cNvCxnSpPr>
            <a:stCxn id="8" idx="3"/>
            <a:endCxn id="28" idx="1"/>
          </p:cNvCxnSpPr>
          <p:nvPr/>
        </p:nvCxnSpPr>
        <p:spPr>
          <a:xfrm>
            <a:off x="3182326" y="3163388"/>
            <a:ext cx="549328" cy="89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090C92-5779-BB23-4437-6C06E6679B76}"/>
              </a:ext>
            </a:extLst>
          </p:cNvPr>
          <p:cNvCxnSpPr>
            <a:stCxn id="27" idx="3"/>
            <a:endCxn id="18" idx="1"/>
          </p:cNvCxnSpPr>
          <p:nvPr/>
        </p:nvCxnSpPr>
        <p:spPr>
          <a:xfrm flipV="1">
            <a:off x="4299438" y="2565178"/>
            <a:ext cx="2983692" cy="998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CDCE180-D58A-4AB8-A9F8-3A786F159CCC}"/>
              </a:ext>
            </a:extLst>
          </p:cNvPr>
          <p:cNvCxnSpPr>
            <a:stCxn id="28" idx="3"/>
            <a:endCxn id="19" idx="1"/>
          </p:cNvCxnSpPr>
          <p:nvPr/>
        </p:nvCxnSpPr>
        <p:spPr>
          <a:xfrm flipV="1">
            <a:off x="4299438" y="2565178"/>
            <a:ext cx="5068344" cy="1490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87230F-630B-87DD-551A-150407A2E0C6}"/>
              </a:ext>
            </a:extLst>
          </p:cNvPr>
          <p:cNvCxnSpPr>
            <a:stCxn id="11" idx="0"/>
            <a:endCxn id="18" idx="1"/>
          </p:cNvCxnSpPr>
          <p:nvPr/>
        </p:nvCxnSpPr>
        <p:spPr>
          <a:xfrm>
            <a:off x="6425068" y="1701313"/>
            <a:ext cx="858062" cy="86386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6B5605-5C86-013B-E36B-4489F91282D8}"/>
              </a:ext>
            </a:extLst>
          </p:cNvPr>
          <p:cNvCxnSpPr>
            <a:cxnSpLocks/>
            <a:stCxn id="13" idx="3"/>
            <a:endCxn id="18" idx="3"/>
          </p:cNvCxnSpPr>
          <p:nvPr/>
        </p:nvCxnSpPr>
        <p:spPr>
          <a:xfrm flipH="1">
            <a:off x="7850914" y="1701313"/>
            <a:ext cx="1340211" cy="86386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5C322E0-6EC4-533C-A108-D16BE29A8949}"/>
              </a:ext>
            </a:extLst>
          </p:cNvPr>
          <p:cNvSpPr/>
          <p:nvPr/>
        </p:nvSpPr>
        <p:spPr>
          <a:xfrm>
            <a:off x="2087518" y="1460349"/>
            <a:ext cx="1072662" cy="7190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74BB870-98F6-2EF0-52A8-3DD6120A5393}"/>
              </a:ext>
            </a:extLst>
          </p:cNvPr>
          <p:cNvSpPr/>
          <p:nvPr/>
        </p:nvSpPr>
        <p:spPr>
          <a:xfrm>
            <a:off x="9364469" y="1655133"/>
            <a:ext cx="221768" cy="1429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53284B6F-6F5D-7BEC-EF1D-97358379EC16}"/>
              </a:ext>
            </a:extLst>
          </p:cNvPr>
          <p:cNvCxnSpPr>
            <a:cxnSpLocks/>
            <a:stCxn id="44" idx="0"/>
            <a:endCxn id="43" idx="0"/>
          </p:cNvCxnSpPr>
          <p:nvPr/>
        </p:nvCxnSpPr>
        <p:spPr>
          <a:xfrm rot="16200000" flipV="1">
            <a:off x="5952209" y="-1868011"/>
            <a:ext cx="194784" cy="6851504"/>
          </a:xfrm>
          <a:prstGeom prst="curvedConnector3">
            <a:avLst>
              <a:gd name="adj1" fmla="val 6552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C46721-E373-CADB-500B-471A59F8168A}"/>
              </a:ext>
            </a:extLst>
          </p:cNvPr>
          <p:cNvSpPr txBox="1"/>
          <p:nvPr/>
        </p:nvSpPr>
        <p:spPr>
          <a:xfrm>
            <a:off x="2198627" y="1681367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./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idp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/data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5359EB-0FE1-6F0E-8095-2AE81CE1B971}"/>
              </a:ext>
            </a:extLst>
          </p:cNvPr>
          <p:cNvSpPr txBox="1"/>
          <p:nvPr/>
        </p:nvSpPr>
        <p:spPr>
          <a:xfrm>
            <a:off x="7983102" y="425931"/>
            <a:ext cx="695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AA1FA4-1E82-565C-3CB4-3B7F2CF67614}"/>
              </a:ext>
            </a:extLst>
          </p:cNvPr>
          <p:cNvSpPr txBox="1"/>
          <p:nvPr/>
        </p:nvSpPr>
        <p:spPr>
          <a:xfrm>
            <a:off x="9515447" y="1587996"/>
            <a:ext cx="1422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/data</a:t>
            </a:r>
          </a:p>
        </p:txBody>
      </p:sp>
    </p:spTree>
    <p:extLst>
      <p:ext uri="{BB962C8B-B14F-4D97-AF65-F5344CB8AC3E}">
        <p14:creationId xmlns:p14="http://schemas.microsoft.com/office/powerpoint/2010/main" val="388716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253</Words>
  <Application>Microsoft Office PowerPoint</Application>
  <PresentationFormat>Widescreen</PresentationFormat>
  <Paragraphs>133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Arostegui Cunza</dc:creator>
  <cp:lastModifiedBy>Erick Arostegui Cunza</cp:lastModifiedBy>
  <cp:revision>17</cp:revision>
  <dcterms:created xsi:type="dcterms:W3CDTF">2023-11-12T14:06:52Z</dcterms:created>
  <dcterms:modified xsi:type="dcterms:W3CDTF">2024-05-05T19:23:41Z</dcterms:modified>
</cp:coreProperties>
</file>