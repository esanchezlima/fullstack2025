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00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rick Arostegui Cunza" userId="d89b6af450cec8f7" providerId="LiveId" clId="{4415AB4F-A9C5-4E8B-9516-8BD9B6904C02}"/>
    <pc:docChg chg="modSld">
      <pc:chgData name="Erick Arostegui Cunza" userId="d89b6af450cec8f7" providerId="LiveId" clId="{4415AB4F-A9C5-4E8B-9516-8BD9B6904C02}" dt="2023-10-21T20:27:21.404" v="1" actId="20577"/>
      <pc:docMkLst>
        <pc:docMk/>
      </pc:docMkLst>
      <pc:sldChg chg="modSp mod">
        <pc:chgData name="Erick Arostegui Cunza" userId="d89b6af450cec8f7" providerId="LiveId" clId="{4415AB4F-A9C5-4E8B-9516-8BD9B6904C02}" dt="2023-10-21T20:27:21.404" v="1" actId="20577"/>
        <pc:sldMkLst>
          <pc:docMk/>
          <pc:sldMk cId="1152336923" sldId="256"/>
        </pc:sldMkLst>
        <pc:spChg chg="mod">
          <ac:chgData name="Erick Arostegui Cunza" userId="d89b6af450cec8f7" providerId="LiveId" clId="{4415AB4F-A9C5-4E8B-9516-8BD9B6904C02}" dt="2023-10-21T20:27:21.404" v="1" actId="20577"/>
          <ac:spMkLst>
            <pc:docMk/>
            <pc:sldMk cId="1152336923" sldId="256"/>
            <ac:spMk id="1024" creationId="{1FEA3F51-B335-498C-804D-9F2AA05D958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0CE14-8032-D8F8-14ED-4F4022A7C1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419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41AEFC-72F3-4601-FE8C-D4A9D8EA83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419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7EB967-EB9D-5BCC-939F-6EF679070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48223-1DE8-427B-BF35-B39CDCB51FB0}" type="datetimeFigureOut">
              <a:rPr lang="es-419" smtClean="0"/>
              <a:t>2/6/2024</a:t>
            </a:fld>
            <a:endParaRPr lang="es-419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B93B58-DC87-3F7A-477C-FC7A9E13A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69AF8-265F-6C19-C8DB-F8844195C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AB073-43B7-4900-8C19-9A0F2FE8566A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41275896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A55FC-7013-2784-51B3-AC198764E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419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F7A4D8-BB35-8B93-84D4-67B61E8594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419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1344BB-A8E7-BBB0-50D5-EFCE094D2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48223-1DE8-427B-BF35-B39CDCB51FB0}" type="datetimeFigureOut">
              <a:rPr lang="es-419" smtClean="0"/>
              <a:t>2/6/2024</a:t>
            </a:fld>
            <a:endParaRPr lang="es-419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CE7EBE-2E7D-8FEF-8179-531C71BC5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BE6926-4C73-6E4E-9331-763FEC057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AB073-43B7-4900-8C19-9A0F2FE8566A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90573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981E1-B755-494C-6AA3-19DEA5E90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419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85B50A-5800-8636-13CC-8C499E2E6B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7C7C7E-34E0-F5CB-9C3E-0EAEBA10E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48223-1DE8-427B-BF35-B39CDCB51FB0}" type="datetimeFigureOut">
              <a:rPr lang="es-419" smtClean="0"/>
              <a:t>2/6/2024</a:t>
            </a:fld>
            <a:endParaRPr lang="es-419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80788C-BEA7-4E61-32E5-E06EDA3F0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F7D895-8C32-0333-AFB6-A0E7FDEF6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AB073-43B7-4900-8C19-9A0F2FE8566A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9349962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DCE82-0ED5-9ABD-6137-804A59EA5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419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272D37-5769-1C96-FA9D-61A6F2545C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419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E8D8CC-1543-F543-28A4-18EB53E41F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419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403CD9-4209-0042-0E97-FF8A5B248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48223-1DE8-427B-BF35-B39CDCB51FB0}" type="datetimeFigureOut">
              <a:rPr lang="es-419" smtClean="0"/>
              <a:t>2/6/2024</a:t>
            </a:fld>
            <a:endParaRPr lang="es-419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F02385-65A1-CE38-C6AE-0076DA120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46C2F8-0097-C68E-1866-C025EC09F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AB073-43B7-4900-8C19-9A0F2FE8566A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750897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8AB69-5E0C-A958-AE4E-5FA653C9C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419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65BEA9-3909-C0F9-0C77-C742C14247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05F7B9-29E8-0BF4-1FBE-F10FE21B3C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419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02EC95-CC32-B92C-B237-E9D514C3B6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991C9D-51C4-3FC2-F5B2-00BBB18BF6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419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4D4607-D81E-6DE9-4AD9-97B5477AC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48223-1DE8-427B-BF35-B39CDCB51FB0}" type="datetimeFigureOut">
              <a:rPr lang="es-419" smtClean="0"/>
              <a:t>2/6/2024</a:t>
            </a:fld>
            <a:endParaRPr lang="es-419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B85261-DF95-0431-C0CF-2B4B3679C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6139F8-F30A-C470-8538-A888C6583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AB073-43B7-4900-8C19-9A0F2FE8566A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2023663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229A0-454A-BDF5-76ED-A0689BCF3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419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3B4227-E159-DD63-5F48-875F28599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48223-1DE8-427B-BF35-B39CDCB51FB0}" type="datetimeFigureOut">
              <a:rPr lang="es-419" smtClean="0"/>
              <a:t>2/6/2024</a:t>
            </a:fld>
            <a:endParaRPr lang="es-419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F0B011-B36F-0D0B-1F6D-FC04D46CD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418BE7-7F3E-84E4-48B2-E190D9BA0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AB073-43B7-4900-8C19-9A0F2FE8566A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8248441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182794-1703-F01F-6BF8-D24CE3199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48223-1DE8-427B-BF35-B39CDCB51FB0}" type="datetimeFigureOut">
              <a:rPr lang="es-419" smtClean="0"/>
              <a:t>2/6/2024</a:t>
            </a:fld>
            <a:endParaRPr lang="es-419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49CACB-1BC6-0994-D9F8-6402DA16B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BD2519-0608-5F63-9002-7A6C54F8F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AB073-43B7-4900-8C19-9A0F2FE8566A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714966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3F126-7DF0-E22A-5F5E-B46635CB5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419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5CB194-7302-AB73-A15A-A1F52CE931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419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52EEF0-2765-0096-D1E7-9A8FDEE854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941433-2E10-44AC-D6ED-C4CBB0464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48223-1DE8-427B-BF35-B39CDCB51FB0}" type="datetimeFigureOut">
              <a:rPr lang="es-419" smtClean="0"/>
              <a:t>2/6/2024</a:t>
            </a:fld>
            <a:endParaRPr lang="es-419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E1446D-FEC9-6697-1410-98C1CE5E4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B9F054-71B7-43D8-9456-C5C425793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AB073-43B7-4900-8C19-9A0F2FE8566A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83738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9F811-179F-A886-961F-584014E40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419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0CB9AE-3B05-09E5-3159-373A10FC09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419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094093-515B-0BF6-F07C-B9C946EEC6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34AA70-8F4B-FBA7-C3C8-AFB633C3E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48223-1DE8-427B-BF35-B39CDCB51FB0}" type="datetimeFigureOut">
              <a:rPr lang="es-419" smtClean="0"/>
              <a:t>2/6/2024</a:t>
            </a:fld>
            <a:endParaRPr lang="es-419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D7B4C3-593D-54FF-03E3-ACF9742ED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13DBF2-E145-A17B-EF2D-317194F5E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AB073-43B7-4900-8C19-9A0F2FE8566A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363754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ECD33-D307-EBA1-E9E3-8DE451E4F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419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DE85B0-5BC0-AE33-1109-0CD95622D8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419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B97D2F-2C76-6FE6-A224-C351E175D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48223-1DE8-427B-BF35-B39CDCB51FB0}" type="datetimeFigureOut">
              <a:rPr lang="es-419" smtClean="0"/>
              <a:t>2/6/2024</a:t>
            </a:fld>
            <a:endParaRPr lang="es-419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121078-B02C-BA3E-9BD1-65BEEE68D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35250-AD4C-07C7-C1B7-61DA8D568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AB073-43B7-4900-8C19-9A0F2FE8566A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46697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02AF7B-9E31-1237-DA70-6813346984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419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A2C740-6290-5D35-398B-4D6B554D12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419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B7FEF6-0BBC-8FAC-63CD-506C51853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48223-1DE8-427B-BF35-B39CDCB51FB0}" type="datetimeFigureOut">
              <a:rPr lang="es-419" smtClean="0"/>
              <a:t>2/6/2024</a:t>
            </a:fld>
            <a:endParaRPr lang="es-419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844DFC-29C5-BB5B-BD15-703E298C6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90E68B-2B90-A1F8-6DB3-4803C5AB3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AB073-43B7-4900-8C19-9A0F2FE8566A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386049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CE481E-64CA-386A-0A23-8710FA8A3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419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BDA90B-BF3F-6A83-8EEB-0EF909882A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419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88A656-3AB1-E9A8-4915-6379D85B31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348223-1DE8-427B-BF35-B39CDCB51FB0}" type="datetimeFigureOut">
              <a:rPr lang="es-419" smtClean="0"/>
              <a:t>2/6/2024</a:t>
            </a:fld>
            <a:endParaRPr lang="es-419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BD3E3E-3E65-B27C-54FA-BFC0E585AF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419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56D422-B7F4-CB9E-161E-36C938C0BF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AB073-43B7-4900-8C19-9A0F2FE8566A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471602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F6C1D83-EE40-E163-5E7A-18A9BAE32D14}"/>
              </a:ext>
            </a:extLst>
          </p:cNvPr>
          <p:cNvSpPr/>
          <p:nvPr/>
        </p:nvSpPr>
        <p:spPr>
          <a:xfrm>
            <a:off x="769545" y="760491"/>
            <a:ext cx="3675706" cy="22995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D2D3472-BBEB-31D9-8BE8-C3F99D3609D0}"/>
              </a:ext>
            </a:extLst>
          </p:cNvPr>
          <p:cNvCxnSpPr/>
          <p:nvPr/>
        </p:nvCxnSpPr>
        <p:spPr>
          <a:xfrm>
            <a:off x="769545" y="1055596"/>
            <a:ext cx="367570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0877646-5E54-70BD-543C-C1FC379E38F3}"/>
              </a:ext>
            </a:extLst>
          </p:cNvPr>
          <p:cNvSpPr txBox="1"/>
          <p:nvPr/>
        </p:nvSpPr>
        <p:spPr>
          <a:xfrm>
            <a:off x="805845" y="787650"/>
            <a:ext cx="21302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>
                <a:latin typeface="Arial" panose="020B0604020202020204" pitchFamily="34" charset="0"/>
                <a:cs typeface="Arial" panose="020B0604020202020204" pitchFamily="34" charset="0"/>
              </a:rPr>
              <a:t>www.myapp.com/Home.html</a:t>
            </a:r>
          </a:p>
        </p:txBody>
      </p:sp>
      <p:pic>
        <p:nvPicPr>
          <p:cNvPr id="5" name="Picture 2" descr="Refresh page option - Free arrows icons">
            <a:extLst>
              <a:ext uri="{FF2B5EF4-FFF2-40B4-BE49-F238E27FC236}">
                <a16:creationId xmlns:a16="http://schemas.microsoft.com/office/drawing/2014/main" id="{E00F2A45-8616-1CAA-4FB2-094736FFCC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4162" y="1460164"/>
            <a:ext cx="990999" cy="990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DAE3804-A53B-302F-332B-87D95A5D2F1E}"/>
              </a:ext>
            </a:extLst>
          </p:cNvPr>
          <p:cNvSpPr/>
          <p:nvPr/>
        </p:nvSpPr>
        <p:spPr>
          <a:xfrm>
            <a:off x="8736594" y="579422"/>
            <a:ext cx="3096285" cy="538681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98BA67-F471-2B87-E241-D93F1C0D64CA}"/>
              </a:ext>
            </a:extLst>
          </p:cNvPr>
          <p:cNvSpPr txBox="1"/>
          <p:nvPr/>
        </p:nvSpPr>
        <p:spPr>
          <a:xfrm>
            <a:off x="8736594" y="179240"/>
            <a:ext cx="13447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>
                <a:latin typeface="Arial" panose="020B0604020202020204" pitchFamily="34" charset="0"/>
                <a:cs typeface="Arial" panose="020B0604020202020204" pitchFamily="34" charset="0"/>
              </a:rPr>
              <a:t>www.myapp.com</a:t>
            </a:r>
          </a:p>
        </p:txBody>
      </p:sp>
      <p:cxnSp>
        <p:nvCxnSpPr>
          <p:cNvPr id="8" name="Connector: Curved 7">
            <a:extLst>
              <a:ext uri="{FF2B5EF4-FFF2-40B4-BE49-F238E27FC236}">
                <a16:creationId xmlns:a16="http://schemas.microsoft.com/office/drawing/2014/main" id="{65C78597-F485-9466-1394-4B2A30632FA8}"/>
              </a:ext>
            </a:extLst>
          </p:cNvPr>
          <p:cNvCxnSpPr>
            <a:cxnSpLocks/>
          </p:cNvCxnSpPr>
          <p:nvPr/>
        </p:nvCxnSpPr>
        <p:spPr>
          <a:xfrm rot="16200000" flipH="1">
            <a:off x="6065821" y="-2697933"/>
            <a:ext cx="117695" cy="7034542"/>
          </a:xfrm>
          <a:prstGeom prst="curvedConnector3">
            <a:avLst>
              <a:gd name="adj1" fmla="val -19423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096DCE5C-0F67-ADF6-8E67-00D2F94BAFD1}"/>
              </a:ext>
            </a:extLst>
          </p:cNvPr>
          <p:cNvSpPr/>
          <p:nvPr/>
        </p:nvSpPr>
        <p:spPr>
          <a:xfrm>
            <a:off x="8999144" y="878186"/>
            <a:ext cx="1285592" cy="179258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2C5D3A-B630-583B-CDDA-F9076A933228}"/>
              </a:ext>
            </a:extLst>
          </p:cNvPr>
          <p:cNvSpPr txBox="1"/>
          <p:nvPr/>
        </p:nvSpPr>
        <p:spPr>
          <a:xfrm>
            <a:off x="9063657" y="919795"/>
            <a:ext cx="9268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>
                <a:latin typeface="Arial" panose="020B0604020202020204" pitchFamily="34" charset="0"/>
                <a:cs typeface="Arial" panose="020B0604020202020204" pitchFamily="34" charset="0"/>
              </a:rPr>
              <a:t>Home.html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DBD6C9-FF72-D44A-F0A8-27E6AF322E55}"/>
              </a:ext>
            </a:extLst>
          </p:cNvPr>
          <p:cNvSpPr/>
          <p:nvPr/>
        </p:nvSpPr>
        <p:spPr>
          <a:xfrm>
            <a:off x="9162107" y="1282769"/>
            <a:ext cx="958960" cy="22376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9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Header</a:t>
            </a:r>
            <a:endParaRPr lang="es-419" sz="9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F51DCB-9557-1C8A-4150-45A7C2F9E3DB}"/>
              </a:ext>
            </a:extLst>
          </p:cNvPr>
          <p:cNvSpPr/>
          <p:nvPr/>
        </p:nvSpPr>
        <p:spPr>
          <a:xfrm>
            <a:off x="9162107" y="1565055"/>
            <a:ext cx="958960" cy="66209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9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Body</a:t>
            </a:r>
            <a:endParaRPr lang="es-419" sz="9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02B9367-23AC-12DB-0D8C-796AB1286345}"/>
              </a:ext>
            </a:extLst>
          </p:cNvPr>
          <p:cNvSpPr/>
          <p:nvPr/>
        </p:nvSpPr>
        <p:spPr>
          <a:xfrm>
            <a:off x="9162107" y="2269596"/>
            <a:ext cx="958960" cy="22376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9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Footer</a:t>
            </a:r>
            <a:endParaRPr lang="es-419" sz="9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7502AA17-690F-EA00-791B-5F624C63814D}"/>
              </a:ext>
            </a:extLst>
          </p:cNvPr>
          <p:cNvCxnSpPr/>
          <p:nvPr/>
        </p:nvCxnSpPr>
        <p:spPr>
          <a:xfrm rot="5400000">
            <a:off x="5930020" y="-651850"/>
            <a:ext cx="389299" cy="7034542"/>
          </a:xfrm>
          <a:prstGeom prst="curvedConnector3">
            <a:avLst>
              <a:gd name="adj1" fmla="val 15872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467CC8C2-5CD6-6657-D8DD-2D45AC6D27C9}"/>
              </a:ext>
            </a:extLst>
          </p:cNvPr>
          <p:cNvSpPr/>
          <p:nvPr/>
        </p:nvSpPr>
        <p:spPr>
          <a:xfrm>
            <a:off x="10334177" y="878186"/>
            <a:ext cx="1285592" cy="179258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6E16B90-11D4-748D-8560-D0405E3D8AC4}"/>
              </a:ext>
            </a:extLst>
          </p:cNvPr>
          <p:cNvSpPr/>
          <p:nvPr/>
        </p:nvSpPr>
        <p:spPr>
          <a:xfrm>
            <a:off x="8999144" y="2969536"/>
            <a:ext cx="1285592" cy="179258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A7D461-A196-3B86-BAD9-518D0C22A2C8}"/>
              </a:ext>
            </a:extLst>
          </p:cNvPr>
          <p:cNvSpPr/>
          <p:nvPr/>
        </p:nvSpPr>
        <p:spPr>
          <a:xfrm>
            <a:off x="10334177" y="2969536"/>
            <a:ext cx="1285592" cy="179258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3F5584A-528D-1267-2477-5BC637556451}"/>
              </a:ext>
            </a:extLst>
          </p:cNvPr>
          <p:cNvSpPr txBox="1"/>
          <p:nvPr/>
        </p:nvSpPr>
        <p:spPr>
          <a:xfrm>
            <a:off x="10467314" y="919795"/>
            <a:ext cx="9188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>
                <a:latin typeface="Arial" panose="020B0604020202020204" pitchFamily="34" charset="0"/>
                <a:cs typeface="Arial" panose="020B0604020202020204" pitchFamily="34" charset="0"/>
              </a:rPr>
              <a:t>About.html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64084F3-8BD9-4B27-DC7B-211E76A79D1A}"/>
              </a:ext>
            </a:extLst>
          </p:cNvPr>
          <p:cNvSpPr txBox="1"/>
          <p:nvPr/>
        </p:nvSpPr>
        <p:spPr>
          <a:xfrm>
            <a:off x="9063657" y="2995828"/>
            <a:ext cx="10470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>
                <a:latin typeface="Arial" panose="020B0604020202020204" pitchFamily="34" charset="0"/>
                <a:cs typeface="Arial" panose="020B0604020202020204" pitchFamily="34" charset="0"/>
              </a:rPr>
              <a:t>Contact.html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4632ACC-87DF-5C32-84E3-CF65292E239E}"/>
              </a:ext>
            </a:extLst>
          </p:cNvPr>
          <p:cNvSpPr txBox="1"/>
          <p:nvPr/>
        </p:nvSpPr>
        <p:spPr>
          <a:xfrm>
            <a:off x="10467314" y="2995828"/>
            <a:ext cx="9012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>
                <a:latin typeface="Arial" panose="020B0604020202020204" pitchFamily="34" charset="0"/>
                <a:cs typeface="Arial" panose="020B0604020202020204" pitchFamily="34" charset="0"/>
              </a:rPr>
              <a:t>Sales.html</a:t>
            </a:r>
          </a:p>
        </p:txBody>
      </p:sp>
      <p:sp>
        <p:nvSpPr>
          <p:cNvPr id="21" name="Scroll: Vertical 20">
            <a:extLst>
              <a:ext uri="{FF2B5EF4-FFF2-40B4-BE49-F238E27FC236}">
                <a16:creationId xmlns:a16="http://schemas.microsoft.com/office/drawing/2014/main" id="{0044A9F7-0946-FEC1-9412-B45B2B7BBC23}"/>
              </a:ext>
            </a:extLst>
          </p:cNvPr>
          <p:cNvSpPr/>
          <p:nvPr/>
        </p:nvSpPr>
        <p:spPr>
          <a:xfrm>
            <a:off x="9063657" y="5060886"/>
            <a:ext cx="768406" cy="742385"/>
          </a:xfrm>
          <a:prstGeom prst="verticalScroll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JS</a:t>
            </a:r>
          </a:p>
        </p:txBody>
      </p:sp>
      <p:sp>
        <p:nvSpPr>
          <p:cNvPr id="22" name="Scroll: Vertical 21">
            <a:extLst>
              <a:ext uri="{FF2B5EF4-FFF2-40B4-BE49-F238E27FC236}">
                <a16:creationId xmlns:a16="http://schemas.microsoft.com/office/drawing/2014/main" id="{ECC3CA1E-86E6-0A97-9F79-6C59DA44EA1A}"/>
              </a:ext>
            </a:extLst>
          </p:cNvPr>
          <p:cNvSpPr/>
          <p:nvPr/>
        </p:nvSpPr>
        <p:spPr>
          <a:xfrm>
            <a:off x="9774923" y="5060886"/>
            <a:ext cx="768406" cy="742385"/>
          </a:xfrm>
          <a:prstGeom prst="verticalScroll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CSS</a:t>
            </a:r>
          </a:p>
        </p:txBody>
      </p:sp>
      <p:sp>
        <p:nvSpPr>
          <p:cNvPr id="23" name="Action Button: Video 22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E01471AF-0F1C-51B8-57C0-C607B0C54121}"/>
              </a:ext>
            </a:extLst>
          </p:cNvPr>
          <p:cNvSpPr/>
          <p:nvPr/>
        </p:nvSpPr>
        <p:spPr>
          <a:xfrm>
            <a:off x="10678278" y="5060885"/>
            <a:ext cx="576317" cy="742385"/>
          </a:xfrm>
          <a:prstGeom prst="actionButtonMovi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F579075-4A96-AABC-B17D-0B5D7274672A}"/>
              </a:ext>
            </a:extLst>
          </p:cNvPr>
          <p:cNvCxnSpPr>
            <a:stCxn id="21" idx="0"/>
          </p:cNvCxnSpPr>
          <p:nvPr/>
        </p:nvCxnSpPr>
        <p:spPr>
          <a:xfrm flipV="1">
            <a:off x="9447860" y="1910281"/>
            <a:ext cx="1230418" cy="31506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4D62678-4EE8-BAE6-403D-9C1DF252B28B}"/>
              </a:ext>
            </a:extLst>
          </p:cNvPr>
          <p:cNvCxnSpPr>
            <a:stCxn id="22" idx="0"/>
          </p:cNvCxnSpPr>
          <p:nvPr/>
        </p:nvCxnSpPr>
        <p:spPr>
          <a:xfrm flipV="1">
            <a:off x="10159126" y="1910280"/>
            <a:ext cx="652289" cy="31506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C7B34BC-32EA-F3E0-DA60-ACF944513B2C}"/>
              </a:ext>
            </a:extLst>
          </p:cNvPr>
          <p:cNvCxnSpPr>
            <a:stCxn id="23" idx="3"/>
          </p:cNvCxnSpPr>
          <p:nvPr/>
        </p:nvCxnSpPr>
        <p:spPr>
          <a:xfrm flipV="1">
            <a:off x="10966437" y="2009869"/>
            <a:ext cx="38904" cy="30510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BFF5129C-524E-6176-BD7F-0164749822A6}"/>
              </a:ext>
            </a:extLst>
          </p:cNvPr>
          <p:cNvSpPr txBox="1"/>
          <p:nvPr/>
        </p:nvSpPr>
        <p:spPr>
          <a:xfrm>
            <a:off x="816692" y="3306528"/>
            <a:ext cx="9685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Resources</a:t>
            </a:r>
            <a:endParaRPr lang="es-419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0D4FDE0-ACAA-AD35-2B24-DE5A07667418}"/>
              </a:ext>
            </a:extLst>
          </p:cNvPr>
          <p:cNvSpPr txBox="1"/>
          <p:nvPr/>
        </p:nvSpPr>
        <p:spPr>
          <a:xfrm>
            <a:off x="805845" y="3733849"/>
            <a:ext cx="21302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>
                <a:latin typeface="Arial" panose="020B0604020202020204" pitchFamily="34" charset="0"/>
                <a:cs typeface="Arial" panose="020B0604020202020204" pitchFamily="34" charset="0"/>
              </a:rPr>
              <a:t>www.myapp.com/Home.html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9A3CDA1-AA2E-5E24-932D-C2A04ABD4D65}"/>
              </a:ext>
            </a:extLst>
          </p:cNvPr>
          <p:cNvSpPr txBox="1"/>
          <p:nvPr/>
        </p:nvSpPr>
        <p:spPr>
          <a:xfrm>
            <a:off x="805845" y="4057285"/>
            <a:ext cx="14986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>
                <a:latin typeface="Arial" panose="020B0604020202020204" pitchFamily="34" charset="0"/>
                <a:cs typeface="Arial" panose="020B0604020202020204" pitchFamily="34" charset="0"/>
              </a:rPr>
              <a:t>www.myapp.com/js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77DEBEE-C9D7-FCC6-1FD1-C85537991CDF}"/>
              </a:ext>
            </a:extLst>
          </p:cNvPr>
          <p:cNvSpPr txBox="1"/>
          <p:nvPr/>
        </p:nvSpPr>
        <p:spPr>
          <a:xfrm>
            <a:off x="805845" y="4369342"/>
            <a:ext cx="16189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>
                <a:latin typeface="Arial" panose="020B0604020202020204" pitchFamily="34" charset="0"/>
                <a:cs typeface="Arial" panose="020B0604020202020204" pitchFamily="34" charset="0"/>
              </a:rPr>
              <a:t>www.myapp.com/css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059F901-D7A1-178D-10C4-281B51327E0C}"/>
              </a:ext>
            </a:extLst>
          </p:cNvPr>
          <p:cNvSpPr txBox="1"/>
          <p:nvPr/>
        </p:nvSpPr>
        <p:spPr>
          <a:xfrm>
            <a:off x="805845" y="4694691"/>
            <a:ext cx="15916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>
                <a:latin typeface="Arial" panose="020B0604020202020204" pitchFamily="34" charset="0"/>
                <a:cs typeface="Arial" panose="020B0604020202020204" pitchFamily="34" charset="0"/>
              </a:rPr>
              <a:t>www.myapp.com/jpg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230D1D1-068A-EE02-0B6B-B068BD381EAE}"/>
              </a:ext>
            </a:extLst>
          </p:cNvPr>
          <p:cNvSpPr txBox="1"/>
          <p:nvPr/>
        </p:nvSpPr>
        <p:spPr>
          <a:xfrm>
            <a:off x="805845" y="5021378"/>
            <a:ext cx="21302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>
                <a:latin typeface="Arial" panose="020B0604020202020204" pitchFamily="34" charset="0"/>
                <a:cs typeface="Arial" panose="020B0604020202020204" pitchFamily="34" charset="0"/>
              </a:rPr>
              <a:t>www.myapp.com/Home.html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2E72BF3-0B32-9DF0-5469-DECE5A228864}"/>
              </a:ext>
            </a:extLst>
          </p:cNvPr>
          <p:cNvSpPr txBox="1"/>
          <p:nvPr/>
        </p:nvSpPr>
        <p:spPr>
          <a:xfrm>
            <a:off x="805845" y="5344814"/>
            <a:ext cx="14986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>
                <a:latin typeface="Arial" panose="020B0604020202020204" pitchFamily="34" charset="0"/>
                <a:cs typeface="Arial" panose="020B0604020202020204" pitchFamily="34" charset="0"/>
              </a:rPr>
              <a:t>www.myapp.com/js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BA3F0D9-6AE0-24D4-3DD6-7EA0D2F8272E}"/>
              </a:ext>
            </a:extLst>
          </p:cNvPr>
          <p:cNvSpPr txBox="1"/>
          <p:nvPr/>
        </p:nvSpPr>
        <p:spPr>
          <a:xfrm>
            <a:off x="805845" y="5656871"/>
            <a:ext cx="16189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>
                <a:latin typeface="Arial" panose="020B0604020202020204" pitchFamily="34" charset="0"/>
                <a:cs typeface="Arial" panose="020B0604020202020204" pitchFamily="34" charset="0"/>
              </a:rPr>
              <a:t>www.myapp.com/css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3D2BCBC-6CD8-962F-4796-7E32A62303FA}"/>
              </a:ext>
            </a:extLst>
          </p:cNvPr>
          <p:cNvSpPr txBox="1"/>
          <p:nvPr/>
        </p:nvSpPr>
        <p:spPr>
          <a:xfrm>
            <a:off x="805845" y="5982220"/>
            <a:ext cx="15916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>
                <a:latin typeface="Arial" panose="020B0604020202020204" pitchFamily="34" charset="0"/>
                <a:cs typeface="Arial" panose="020B0604020202020204" pitchFamily="34" charset="0"/>
              </a:rPr>
              <a:t>www.myapp.com/jpg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D3ABFE0-D1F4-2FC5-8760-B5191D3E16F8}"/>
              </a:ext>
            </a:extLst>
          </p:cNvPr>
          <p:cNvSpPr txBox="1"/>
          <p:nvPr/>
        </p:nvSpPr>
        <p:spPr>
          <a:xfrm>
            <a:off x="3877424" y="4426745"/>
            <a:ext cx="21210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>
                <a:latin typeface="Arial" panose="020B0604020202020204" pitchFamily="34" charset="0"/>
                <a:cs typeface="Arial" panose="020B0604020202020204" pitchFamily="34" charset="0"/>
              </a:rPr>
              <a:t>W3C  </a:t>
            </a:r>
            <a:r>
              <a:rPr lang="es-419" sz="1200" dirty="0" err="1">
                <a:latin typeface="Arial" panose="020B0604020202020204" pitchFamily="34" charset="0"/>
                <a:cs typeface="Arial" panose="020B0604020202020204" pitchFamily="34" charset="0"/>
              </a:rPr>
              <a:t>max</a:t>
            </a:r>
            <a:r>
              <a:rPr lang="es-419" sz="1200" dirty="0">
                <a:latin typeface="Arial" panose="020B0604020202020204" pitchFamily="34" charset="0"/>
                <a:cs typeface="Arial" panose="020B0604020202020204" pitchFamily="34" charset="0"/>
              </a:rPr>
              <a:t> 3 </a:t>
            </a:r>
            <a:r>
              <a:rPr lang="es-419" sz="1200" dirty="0" err="1">
                <a:latin typeface="Arial" panose="020B0604020202020204" pitchFamily="34" charset="0"/>
                <a:cs typeface="Arial" panose="020B0604020202020204" pitchFamily="34" charset="0"/>
              </a:rPr>
              <a:t>parallel</a:t>
            </a:r>
            <a:r>
              <a:rPr lang="es-419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419" sz="1200" dirty="0" err="1">
                <a:latin typeface="Arial" panose="020B0604020202020204" pitchFamily="34" charset="0"/>
                <a:cs typeface="Arial" panose="020B0604020202020204" pitchFamily="34" charset="0"/>
              </a:rPr>
              <a:t>request</a:t>
            </a:r>
            <a:endParaRPr lang="es-419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Multiplication Sign 36">
            <a:extLst>
              <a:ext uri="{FF2B5EF4-FFF2-40B4-BE49-F238E27FC236}">
                <a16:creationId xmlns:a16="http://schemas.microsoft.com/office/drawing/2014/main" id="{9F4E6BF4-88A4-72BF-B6CA-54F3418607BA}"/>
              </a:ext>
            </a:extLst>
          </p:cNvPr>
          <p:cNvSpPr/>
          <p:nvPr/>
        </p:nvSpPr>
        <p:spPr>
          <a:xfrm>
            <a:off x="2829303" y="4019738"/>
            <a:ext cx="1041149" cy="986828"/>
          </a:xfrm>
          <a:prstGeom prst="mathMultiply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583A86E-F119-BAFB-7E78-697CB38BF381}"/>
              </a:ext>
            </a:extLst>
          </p:cNvPr>
          <p:cNvSpPr txBox="1"/>
          <p:nvPr/>
        </p:nvSpPr>
        <p:spPr>
          <a:xfrm>
            <a:off x="4648599" y="787650"/>
            <a:ext cx="21222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>
                <a:latin typeface="Arial" panose="020B0604020202020204" pitchFamily="34" charset="0"/>
                <a:cs typeface="Arial" panose="020B0604020202020204" pitchFamily="34" charset="0"/>
              </a:rPr>
              <a:t>www.myapp.com/About.html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80D0EBF-50B2-9E47-6C49-F6ED4E8EA7F8}"/>
              </a:ext>
            </a:extLst>
          </p:cNvPr>
          <p:cNvSpPr txBox="1"/>
          <p:nvPr/>
        </p:nvSpPr>
        <p:spPr>
          <a:xfrm>
            <a:off x="6409785" y="1125713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/>
              <a:t>DOM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222EA75-7F1A-B867-1851-DF791D313706}"/>
              </a:ext>
            </a:extLst>
          </p:cNvPr>
          <p:cNvCxnSpPr>
            <a:stCxn id="39" idx="2"/>
          </p:cNvCxnSpPr>
          <p:nvPr/>
        </p:nvCxnSpPr>
        <p:spPr>
          <a:xfrm>
            <a:off x="6748179" y="1495045"/>
            <a:ext cx="22668" cy="12105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8617BE62-D0E1-4B15-1F5F-4B7619EF9696}"/>
              </a:ext>
            </a:extLst>
          </p:cNvPr>
          <p:cNvSpPr txBox="1"/>
          <p:nvPr/>
        </p:nvSpPr>
        <p:spPr>
          <a:xfrm>
            <a:off x="5852011" y="1409070"/>
            <a:ext cx="8835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 err="1">
                <a:latin typeface="Arial" panose="020B0604020202020204" pitchFamily="34" charset="0"/>
                <a:cs typeface="Arial" panose="020B0604020202020204" pitchFamily="34" charset="0"/>
              </a:rPr>
              <a:t>Document</a:t>
            </a:r>
            <a:endParaRPr lang="es-419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E30CF096-0B78-900E-D5C0-0FFCB50D035B}"/>
              </a:ext>
            </a:extLst>
          </p:cNvPr>
          <p:cNvCxnSpPr/>
          <p:nvPr/>
        </p:nvCxnSpPr>
        <p:spPr>
          <a:xfrm>
            <a:off x="6770847" y="1686069"/>
            <a:ext cx="74352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26EA2ED-A495-1F42-9224-7A10180E86E2}"/>
              </a:ext>
            </a:extLst>
          </p:cNvPr>
          <p:cNvCxnSpPr/>
          <p:nvPr/>
        </p:nvCxnSpPr>
        <p:spPr>
          <a:xfrm>
            <a:off x="6770847" y="2009869"/>
            <a:ext cx="74352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740DE531-D503-7AE6-1202-12CF091E92E1}"/>
              </a:ext>
            </a:extLst>
          </p:cNvPr>
          <p:cNvCxnSpPr/>
          <p:nvPr/>
        </p:nvCxnSpPr>
        <p:spPr>
          <a:xfrm>
            <a:off x="6770847" y="2381061"/>
            <a:ext cx="74352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8E344027-0AA9-8E8B-2920-D6FC793A9901}"/>
              </a:ext>
            </a:extLst>
          </p:cNvPr>
          <p:cNvSpPr/>
          <p:nvPr/>
        </p:nvSpPr>
        <p:spPr>
          <a:xfrm>
            <a:off x="7514376" y="1601268"/>
            <a:ext cx="162963" cy="162963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71E17E2-1A6C-0089-32D0-79DC0F9F0B99}"/>
              </a:ext>
            </a:extLst>
          </p:cNvPr>
          <p:cNvSpPr txBox="1"/>
          <p:nvPr/>
        </p:nvSpPr>
        <p:spPr>
          <a:xfrm>
            <a:off x="7700558" y="1544249"/>
            <a:ext cx="6864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 err="1">
                <a:latin typeface="Arial" panose="020B0604020202020204" pitchFamily="34" charset="0"/>
                <a:cs typeface="Arial" panose="020B0604020202020204" pitchFamily="34" charset="0"/>
              </a:rPr>
              <a:t>Header</a:t>
            </a:r>
            <a:endParaRPr lang="es-419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AD9FACB-A8FB-8F4B-BAD8-D361B27CD03B}"/>
              </a:ext>
            </a:extLst>
          </p:cNvPr>
          <p:cNvSpPr txBox="1"/>
          <p:nvPr/>
        </p:nvSpPr>
        <p:spPr>
          <a:xfrm>
            <a:off x="7700558" y="1871369"/>
            <a:ext cx="5341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 err="1">
                <a:latin typeface="Arial" panose="020B0604020202020204" pitchFamily="34" charset="0"/>
                <a:cs typeface="Arial" panose="020B0604020202020204" pitchFamily="34" charset="0"/>
              </a:rPr>
              <a:t>Body</a:t>
            </a:r>
            <a:endParaRPr lang="es-419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9BE37C9-197F-80E9-AB61-50C4B029A471}"/>
              </a:ext>
            </a:extLst>
          </p:cNvPr>
          <p:cNvSpPr txBox="1"/>
          <p:nvPr/>
        </p:nvSpPr>
        <p:spPr>
          <a:xfrm>
            <a:off x="7700558" y="2242561"/>
            <a:ext cx="6286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 err="1">
                <a:latin typeface="Arial" panose="020B0604020202020204" pitchFamily="34" charset="0"/>
                <a:cs typeface="Arial" panose="020B0604020202020204" pitchFamily="34" charset="0"/>
              </a:rPr>
              <a:t>Footer</a:t>
            </a:r>
            <a:endParaRPr lang="es-419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6E36A23A-9D6F-A564-BE69-12665C822C96}"/>
              </a:ext>
            </a:extLst>
          </p:cNvPr>
          <p:cNvSpPr/>
          <p:nvPr/>
        </p:nvSpPr>
        <p:spPr>
          <a:xfrm>
            <a:off x="7514376" y="1919945"/>
            <a:ext cx="162963" cy="162963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770BA8E3-5B8B-8665-CA82-A5CBE6EE2443}"/>
              </a:ext>
            </a:extLst>
          </p:cNvPr>
          <p:cNvSpPr/>
          <p:nvPr/>
        </p:nvSpPr>
        <p:spPr>
          <a:xfrm>
            <a:off x="7514376" y="2319822"/>
            <a:ext cx="162963" cy="162963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1523369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F6C1D83-EE40-E163-5E7A-18A9BAE32D14}"/>
              </a:ext>
            </a:extLst>
          </p:cNvPr>
          <p:cNvSpPr/>
          <p:nvPr/>
        </p:nvSpPr>
        <p:spPr>
          <a:xfrm>
            <a:off x="769545" y="760491"/>
            <a:ext cx="3675706" cy="22995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D2D3472-BBEB-31D9-8BE8-C3F99D3609D0}"/>
              </a:ext>
            </a:extLst>
          </p:cNvPr>
          <p:cNvCxnSpPr/>
          <p:nvPr/>
        </p:nvCxnSpPr>
        <p:spPr>
          <a:xfrm>
            <a:off x="769545" y="1055596"/>
            <a:ext cx="367570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0877646-5E54-70BD-543C-C1FC379E38F3}"/>
              </a:ext>
            </a:extLst>
          </p:cNvPr>
          <p:cNvSpPr txBox="1"/>
          <p:nvPr/>
        </p:nvSpPr>
        <p:spPr>
          <a:xfrm>
            <a:off x="805845" y="787650"/>
            <a:ext cx="21302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>
                <a:latin typeface="Arial" panose="020B0604020202020204" pitchFamily="34" charset="0"/>
                <a:cs typeface="Arial" panose="020B0604020202020204" pitchFamily="34" charset="0"/>
              </a:rPr>
              <a:t>www.myapp.com/Home.html</a:t>
            </a:r>
          </a:p>
        </p:txBody>
      </p:sp>
      <p:pic>
        <p:nvPicPr>
          <p:cNvPr id="5" name="Picture 2" descr="Refresh page option - Free arrows icons">
            <a:extLst>
              <a:ext uri="{FF2B5EF4-FFF2-40B4-BE49-F238E27FC236}">
                <a16:creationId xmlns:a16="http://schemas.microsoft.com/office/drawing/2014/main" id="{E00F2A45-8616-1CAA-4FB2-094736FFCC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4162" y="1460164"/>
            <a:ext cx="990999" cy="990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DAE3804-A53B-302F-332B-87D95A5D2F1E}"/>
              </a:ext>
            </a:extLst>
          </p:cNvPr>
          <p:cNvSpPr/>
          <p:nvPr/>
        </p:nvSpPr>
        <p:spPr>
          <a:xfrm>
            <a:off x="8736594" y="579422"/>
            <a:ext cx="3096285" cy="538681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98BA67-F471-2B87-E241-D93F1C0D64CA}"/>
              </a:ext>
            </a:extLst>
          </p:cNvPr>
          <p:cNvSpPr txBox="1"/>
          <p:nvPr/>
        </p:nvSpPr>
        <p:spPr>
          <a:xfrm>
            <a:off x="8736594" y="179240"/>
            <a:ext cx="13447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>
                <a:latin typeface="Arial" panose="020B0604020202020204" pitchFamily="34" charset="0"/>
                <a:cs typeface="Arial" panose="020B0604020202020204" pitchFamily="34" charset="0"/>
              </a:rPr>
              <a:t>www.myapp.com</a:t>
            </a:r>
          </a:p>
        </p:txBody>
      </p:sp>
      <p:cxnSp>
        <p:nvCxnSpPr>
          <p:cNvPr id="8" name="Connector: Curved 7">
            <a:extLst>
              <a:ext uri="{FF2B5EF4-FFF2-40B4-BE49-F238E27FC236}">
                <a16:creationId xmlns:a16="http://schemas.microsoft.com/office/drawing/2014/main" id="{65C78597-F485-9466-1394-4B2A30632FA8}"/>
              </a:ext>
            </a:extLst>
          </p:cNvPr>
          <p:cNvCxnSpPr>
            <a:cxnSpLocks/>
          </p:cNvCxnSpPr>
          <p:nvPr/>
        </p:nvCxnSpPr>
        <p:spPr>
          <a:xfrm rot="16200000" flipH="1">
            <a:off x="6065821" y="-2697933"/>
            <a:ext cx="117695" cy="7034542"/>
          </a:xfrm>
          <a:prstGeom prst="curvedConnector3">
            <a:avLst>
              <a:gd name="adj1" fmla="val -19423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080D0EBF-50B2-9E47-6C49-F6ED4E8EA7F8}"/>
              </a:ext>
            </a:extLst>
          </p:cNvPr>
          <p:cNvSpPr txBox="1"/>
          <p:nvPr/>
        </p:nvSpPr>
        <p:spPr>
          <a:xfrm>
            <a:off x="6409785" y="1125713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/>
              <a:t>DOM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222EA75-7F1A-B867-1851-DF791D313706}"/>
              </a:ext>
            </a:extLst>
          </p:cNvPr>
          <p:cNvCxnSpPr>
            <a:stCxn id="39" idx="2"/>
          </p:cNvCxnSpPr>
          <p:nvPr/>
        </p:nvCxnSpPr>
        <p:spPr>
          <a:xfrm>
            <a:off x="6748179" y="1495045"/>
            <a:ext cx="22668" cy="12105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8617BE62-D0E1-4B15-1F5F-4B7619EF9696}"/>
              </a:ext>
            </a:extLst>
          </p:cNvPr>
          <p:cNvSpPr txBox="1"/>
          <p:nvPr/>
        </p:nvSpPr>
        <p:spPr>
          <a:xfrm>
            <a:off x="5852011" y="1409070"/>
            <a:ext cx="8835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 err="1">
                <a:latin typeface="Arial" panose="020B0604020202020204" pitchFamily="34" charset="0"/>
                <a:cs typeface="Arial" panose="020B0604020202020204" pitchFamily="34" charset="0"/>
              </a:rPr>
              <a:t>Document</a:t>
            </a:r>
            <a:endParaRPr lang="es-419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E30CF096-0B78-900E-D5C0-0FFCB50D035B}"/>
              </a:ext>
            </a:extLst>
          </p:cNvPr>
          <p:cNvCxnSpPr/>
          <p:nvPr/>
        </p:nvCxnSpPr>
        <p:spPr>
          <a:xfrm>
            <a:off x="6770847" y="1686069"/>
            <a:ext cx="74352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26EA2ED-A495-1F42-9224-7A10180E86E2}"/>
              </a:ext>
            </a:extLst>
          </p:cNvPr>
          <p:cNvCxnSpPr/>
          <p:nvPr/>
        </p:nvCxnSpPr>
        <p:spPr>
          <a:xfrm>
            <a:off x="6770847" y="2009869"/>
            <a:ext cx="74352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740DE531-D503-7AE6-1202-12CF091E92E1}"/>
              </a:ext>
            </a:extLst>
          </p:cNvPr>
          <p:cNvCxnSpPr/>
          <p:nvPr/>
        </p:nvCxnSpPr>
        <p:spPr>
          <a:xfrm>
            <a:off x="6770847" y="2381061"/>
            <a:ext cx="74352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8E344027-0AA9-8E8B-2920-D6FC793A9901}"/>
              </a:ext>
            </a:extLst>
          </p:cNvPr>
          <p:cNvSpPr/>
          <p:nvPr/>
        </p:nvSpPr>
        <p:spPr>
          <a:xfrm>
            <a:off x="7514376" y="1601268"/>
            <a:ext cx="162963" cy="162963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71E17E2-1A6C-0089-32D0-79DC0F9F0B99}"/>
              </a:ext>
            </a:extLst>
          </p:cNvPr>
          <p:cNvSpPr txBox="1"/>
          <p:nvPr/>
        </p:nvSpPr>
        <p:spPr>
          <a:xfrm>
            <a:off x="7700558" y="1544249"/>
            <a:ext cx="6864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 err="1">
                <a:latin typeface="Arial" panose="020B0604020202020204" pitchFamily="34" charset="0"/>
                <a:cs typeface="Arial" panose="020B0604020202020204" pitchFamily="34" charset="0"/>
              </a:rPr>
              <a:t>Header</a:t>
            </a:r>
            <a:endParaRPr lang="es-419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AD9FACB-A8FB-8F4B-BAD8-D361B27CD03B}"/>
              </a:ext>
            </a:extLst>
          </p:cNvPr>
          <p:cNvSpPr txBox="1"/>
          <p:nvPr/>
        </p:nvSpPr>
        <p:spPr>
          <a:xfrm>
            <a:off x="7700558" y="1871369"/>
            <a:ext cx="5341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 err="1">
                <a:latin typeface="Arial" panose="020B0604020202020204" pitchFamily="34" charset="0"/>
                <a:cs typeface="Arial" panose="020B0604020202020204" pitchFamily="34" charset="0"/>
              </a:rPr>
              <a:t>Body</a:t>
            </a:r>
            <a:endParaRPr lang="es-419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9BE37C9-197F-80E9-AB61-50C4B029A471}"/>
              </a:ext>
            </a:extLst>
          </p:cNvPr>
          <p:cNvSpPr txBox="1"/>
          <p:nvPr/>
        </p:nvSpPr>
        <p:spPr>
          <a:xfrm>
            <a:off x="7700558" y="2242561"/>
            <a:ext cx="6286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 err="1">
                <a:latin typeface="Arial" panose="020B0604020202020204" pitchFamily="34" charset="0"/>
                <a:cs typeface="Arial" panose="020B0604020202020204" pitchFamily="34" charset="0"/>
              </a:rPr>
              <a:t>Footer</a:t>
            </a:r>
            <a:endParaRPr lang="es-419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6E36A23A-9D6F-A564-BE69-12665C822C96}"/>
              </a:ext>
            </a:extLst>
          </p:cNvPr>
          <p:cNvSpPr/>
          <p:nvPr/>
        </p:nvSpPr>
        <p:spPr>
          <a:xfrm>
            <a:off x="7514376" y="1919945"/>
            <a:ext cx="162963" cy="162963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770BA8E3-5B8B-8665-CA82-A5CBE6EE2443}"/>
              </a:ext>
            </a:extLst>
          </p:cNvPr>
          <p:cNvSpPr/>
          <p:nvPr/>
        </p:nvSpPr>
        <p:spPr>
          <a:xfrm>
            <a:off x="7514376" y="2319822"/>
            <a:ext cx="162963" cy="162963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E3208B7-017D-5025-E650-8BD90622C97F}"/>
              </a:ext>
            </a:extLst>
          </p:cNvPr>
          <p:cNvSpPr/>
          <p:nvPr/>
        </p:nvSpPr>
        <p:spPr>
          <a:xfrm>
            <a:off x="10564614" y="2443085"/>
            <a:ext cx="917634" cy="94306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C161FF4-46E5-2E06-0165-1D0C17959933}"/>
              </a:ext>
            </a:extLst>
          </p:cNvPr>
          <p:cNvSpPr/>
          <p:nvPr/>
        </p:nvSpPr>
        <p:spPr>
          <a:xfrm>
            <a:off x="10601981" y="4487665"/>
            <a:ext cx="920418" cy="94306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E3535B7-AAAB-A435-2C66-44493ADDC126}"/>
              </a:ext>
            </a:extLst>
          </p:cNvPr>
          <p:cNvSpPr/>
          <p:nvPr/>
        </p:nvSpPr>
        <p:spPr>
          <a:xfrm>
            <a:off x="10601981" y="3474429"/>
            <a:ext cx="920418" cy="94306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5CC60D4-6E94-9334-484D-09DA40A1D12B}"/>
              </a:ext>
            </a:extLst>
          </p:cNvPr>
          <p:cNvSpPr txBox="1"/>
          <p:nvPr/>
        </p:nvSpPr>
        <p:spPr>
          <a:xfrm>
            <a:off x="10557667" y="2484694"/>
            <a:ext cx="9188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>
                <a:latin typeface="Arial" panose="020B0604020202020204" pitchFamily="34" charset="0"/>
                <a:cs typeface="Arial" panose="020B0604020202020204" pitchFamily="34" charset="0"/>
              </a:rPr>
              <a:t>About.html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5417CF0-5C10-9A1B-FCE9-F2D36D530CE7}"/>
              </a:ext>
            </a:extLst>
          </p:cNvPr>
          <p:cNvSpPr txBox="1"/>
          <p:nvPr/>
        </p:nvSpPr>
        <p:spPr>
          <a:xfrm>
            <a:off x="10573429" y="4504291"/>
            <a:ext cx="10470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>
                <a:latin typeface="Arial" panose="020B0604020202020204" pitchFamily="34" charset="0"/>
                <a:cs typeface="Arial" panose="020B0604020202020204" pitchFamily="34" charset="0"/>
              </a:rPr>
              <a:t>Contact.html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160C475-DE53-FE37-BF12-9A82FCEFCDB9}"/>
              </a:ext>
            </a:extLst>
          </p:cNvPr>
          <p:cNvSpPr txBox="1"/>
          <p:nvPr/>
        </p:nvSpPr>
        <p:spPr>
          <a:xfrm>
            <a:off x="10552540" y="3500721"/>
            <a:ext cx="9012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>
                <a:latin typeface="Arial" panose="020B0604020202020204" pitchFamily="34" charset="0"/>
                <a:cs typeface="Arial" panose="020B0604020202020204" pitchFamily="34" charset="0"/>
              </a:rPr>
              <a:t>Sales.html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CB4A342-3C47-5D59-993D-B819CACA2ECA}"/>
              </a:ext>
            </a:extLst>
          </p:cNvPr>
          <p:cNvSpPr/>
          <p:nvPr/>
        </p:nvSpPr>
        <p:spPr>
          <a:xfrm>
            <a:off x="9229581" y="2443085"/>
            <a:ext cx="1285592" cy="179258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59058D4-51CD-9B3B-B603-AF7D21F4B218}"/>
              </a:ext>
            </a:extLst>
          </p:cNvPr>
          <p:cNvSpPr txBox="1"/>
          <p:nvPr/>
        </p:nvSpPr>
        <p:spPr>
          <a:xfrm>
            <a:off x="9294094" y="2484694"/>
            <a:ext cx="9268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>
                <a:latin typeface="Arial" panose="020B0604020202020204" pitchFamily="34" charset="0"/>
                <a:cs typeface="Arial" panose="020B0604020202020204" pitchFamily="34" charset="0"/>
              </a:rPr>
              <a:t>Home.html</a:t>
            </a:r>
          </a:p>
        </p:txBody>
      </p:sp>
      <p:sp>
        <p:nvSpPr>
          <p:cNvPr id="59" name="Scroll: Vertical 58">
            <a:extLst>
              <a:ext uri="{FF2B5EF4-FFF2-40B4-BE49-F238E27FC236}">
                <a16:creationId xmlns:a16="http://schemas.microsoft.com/office/drawing/2014/main" id="{70BF62A1-8DD5-83EA-3D78-B4A46CE1DEB9}"/>
              </a:ext>
            </a:extLst>
          </p:cNvPr>
          <p:cNvSpPr/>
          <p:nvPr/>
        </p:nvSpPr>
        <p:spPr>
          <a:xfrm>
            <a:off x="9271534" y="4828021"/>
            <a:ext cx="532373" cy="514345"/>
          </a:xfrm>
          <a:prstGeom prst="verticalScroll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JS</a:t>
            </a:r>
          </a:p>
        </p:txBody>
      </p:sp>
      <p:sp>
        <p:nvSpPr>
          <p:cNvPr id="60" name="Scroll: Vertical 59">
            <a:extLst>
              <a:ext uri="{FF2B5EF4-FFF2-40B4-BE49-F238E27FC236}">
                <a16:creationId xmlns:a16="http://schemas.microsoft.com/office/drawing/2014/main" id="{C46CAD03-F624-A820-8A1A-56F3EC479D83}"/>
              </a:ext>
            </a:extLst>
          </p:cNvPr>
          <p:cNvSpPr/>
          <p:nvPr/>
        </p:nvSpPr>
        <p:spPr>
          <a:xfrm>
            <a:off x="9982800" y="4828021"/>
            <a:ext cx="532373" cy="514345"/>
          </a:xfrm>
          <a:prstGeom prst="verticalScroll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CSS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B81892A1-6EAC-E86B-16E4-0EDD1122DA2A}"/>
              </a:ext>
            </a:extLst>
          </p:cNvPr>
          <p:cNvSpPr/>
          <p:nvPr/>
        </p:nvSpPr>
        <p:spPr>
          <a:xfrm>
            <a:off x="9392544" y="2847668"/>
            <a:ext cx="958960" cy="22376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9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Header</a:t>
            </a:r>
            <a:endParaRPr lang="es-419" sz="9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687D68EA-5C91-D12F-C8E6-D59701A62454}"/>
              </a:ext>
            </a:extLst>
          </p:cNvPr>
          <p:cNvSpPr/>
          <p:nvPr/>
        </p:nvSpPr>
        <p:spPr>
          <a:xfrm>
            <a:off x="9392544" y="3129954"/>
            <a:ext cx="958960" cy="66209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9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Body</a:t>
            </a:r>
            <a:endParaRPr lang="es-419" sz="9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4AE694C8-1C45-84D6-72CA-217F288676E2}"/>
              </a:ext>
            </a:extLst>
          </p:cNvPr>
          <p:cNvSpPr/>
          <p:nvPr/>
        </p:nvSpPr>
        <p:spPr>
          <a:xfrm>
            <a:off x="9392544" y="3834495"/>
            <a:ext cx="958960" cy="22376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9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Footer</a:t>
            </a:r>
            <a:endParaRPr lang="es-419" sz="9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7C1C4F5B-97BC-ABCB-A7D0-F327B55B48B2}"/>
              </a:ext>
            </a:extLst>
          </p:cNvPr>
          <p:cNvSpPr/>
          <p:nvPr/>
        </p:nvSpPr>
        <p:spPr>
          <a:xfrm>
            <a:off x="9144000" y="869133"/>
            <a:ext cx="2332508" cy="103844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8A0592D-80B6-78AE-E353-752B47A6E8B5}"/>
              </a:ext>
            </a:extLst>
          </p:cNvPr>
          <p:cNvSpPr txBox="1"/>
          <p:nvPr/>
        </p:nvSpPr>
        <p:spPr>
          <a:xfrm>
            <a:off x="9139003" y="893986"/>
            <a:ext cx="10331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>
                <a:latin typeface="Arial" panose="020B0604020202020204" pitchFamily="34" charset="0"/>
                <a:cs typeface="Arial" panose="020B0604020202020204" pitchFamily="34" charset="0"/>
              </a:rPr>
              <a:t>View </a:t>
            </a:r>
            <a:r>
              <a:rPr lang="es-419" sz="1200" dirty="0" err="1">
                <a:latin typeface="Arial" panose="020B0604020202020204" pitchFamily="34" charset="0"/>
                <a:cs typeface="Arial" panose="020B0604020202020204" pitchFamily="34" charset="0"/>
              </a:rPr>
              <a:t>Engine</a:t>
            </a:r>
            <a:endParaRPr lang="es-419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A4E2EDD-EA17-01EC-83D9-A8B554E14F7D}"/>
              </a:ext>
            </a:extLst>
          </p:cNvPr>
          <p:cNvSpPr txBox="1"/>
          <p:nvPr/>
        </p:nvSpPr>
        <p:spPr>
          <a:xfrm>
            <a:off x="9171945" y="1220176"/>
            <a:ext cx="12056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>
                <a:latin typeface="Arial" panose="020B0604020202020204" pitchFamily="34" charset="0"/>
                <a:cs typeface="Arial" panose="020B0604020202020204" pitchFamily="34" charset="0"/>
              </a:rPr>
              <a:t>ASP.NET MVC</a:t>
            </a:r>
          </a:p>
          <a:p>
            <a:r>
              <a:rPr lang="es-419" sz="1200" dirty="0" err="1">
                <a:latin typeface="Arial" panose="020B0604020202020204" pitchFamily="34" charset="0"/>
                <a:cs typeface="Arial" panose="020B0604020202020204" pitchFamily="34" charset="0"/>
              </a:rPr>
              <a:t>Sripng</a:t>
            </a:r>
            <a:r>
              <a:rPr lang="es-419" sz="1200" dirty="0">
                <a:latin typeface="Arial" panose="020B0604020202020204" pitchFamily="34" charset="0"/>
                <a:cs typeface="Arial" panose="020B0604020202020204" pitchFamily="34" charset="0"/>
              </a:rPr>
              <a:t> MVC</a:t>
            </a:r>
          </a:p>
          <a:p>
            <a:r>
              <a:rPr lang="es-419" sz="1200" dirty="0">
                <a:latin typeface="Arial" panose="020B0604020202020204" pitchFamily="34" charset="0"/>
                <a:cs typeface="Arial" panose="020B0604020202020204" pitchFamily="34" charset="0"/>
              </a:rPr>
              <a:t>PHP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EFF0E65E-B00D-478D-AB36-1966C3F79512}"/>
              </a:ext>
            </a:extLst>
          </p:cNvPr>
          <p:cNvSpPr/>
          <p:nvPr/>
        </p:nvSpPr>
        <p:spPr>
          <a:xfrm>
            <a:off x="10719897" y="915682"/>
            <a:ext cx="675992" cy="27699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</a:t>
            </a:r>
            <a:endParaRPr lang="es-419" sz="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204FCB2-BFBA-8B45-CC55-B7383080865E}"/>
              </a:ext>
            </a:extLst>
          </p:cNvPr>
          <p:cNvSpPr/>
          <p:nvPr/>
        </p:nvSpPr>
        <p:spPr>
          <a:xfrm>
            <a:off x="10719897" y="1242746"/>
            <a:ext cx="675992" cy="27699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</a:t>
            </a:r>
            <a:endParaRPr lang="es-419" sz="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B514F846-D5E3-8FE9-D942-4C1571716F4D}"/>
              </a:ext>
            </a:extLst>
          </p:cNvPr>
          <p:cNvSpPr/>
          <p:nvPr/>
        </p:nvSpPr>
        <p:spPr>
          <a:xfrm>
            <a:off x="10719897" y="1569810"/>
            <a:ext cx="675992" cy="27699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</a:t>
            </a:r>
            <a:endParaRPr lang="es-419" sz="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" name="Arrow: Down 69">
            <a:extLst>
              <a:ext uri="{FF2B5EF4-FFF2-40B4-BE49-F238E27FC236}">
                <a16:creationId xmlns:a16="http://schemas.microsoft.com/office/drawing/2014/main" id="{C4560129-EFD7-3195-57E0-9C8CBA178ECC}"/>
              </a:ext>
            </a:extLst>
          </p:cNvPr>
          <p:cNvSpPr/>
          <p:nvPr/>
        </p:nvSpPr>
        <p:spPr>
          <a:xfrm>
            <a:off x="10225119" y="2000440"/>
            <a:ext cx="296210" cy="328915"/>
          </a:xfrm>
          <a:prstGeom prst="down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71A4243-5A7E-355A-AB0A-435223B12034}"/>
              </a:ext>
            </a:extLst>
          </p:cNvPr>
          <p:cNvSpPr txBox="1"/>
          <p:nvPr/>
        </p:nvSpPr>
        <p:spPr>
          <a:xfrm>
            <a:off x="10526740" y="2029730"/>
            <a:ext cx="102944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050" dirty="0">
                <a:latin typeface="Arial" panose="020B0604020202020204" pitchFamily="34" charset="0"/>
                <a:cs typeface="Arial" panose="020B0604020202020204" pitchFamily="34" charset="0"/>
              </a:rPr>
              <a:t>Output HTML</a:t>
            </a:r>
          </a:p>
        </p:txBody>
      </p:sp>
      <p:cxnSp>
        <p:nvCxnSpPr>
          <p:cNvPr id="72" name="Connector: Curved 71">
            <a:extLst>
              <a:ext uri="{FF2B5EF4-FFF2-40B4-BE49-F238E27FC236}">
                <a16:creationId xmlns:a16="http://schemas.microsoft.com/office/drawing/2014/main" id="{D50397F0-7A82-64F1-3181-4FE49271A595}"/>
              </a:ext>
            </a:extLst>
          </p:cNvPr>
          <p:cNvCxnSpPr>
            <a:cxnSpLocks/>
          </p:cNvCxnSpPr>
          <p:nvPr/>
        </p:nvCxnSpPr>
        <p:spPr>
          <a:xfrm rot="5400000">
            <a:off x="6440067" y="-1541328"/>
            <a:ext cx="768731" cy="8434067"/>
          </a:xfrm>
          <a:prstGeom prst="curvedConnector3">
            <a:avLst>
              <a:gd name="adj1" fmla="val 12973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Cylinder 72">
            <a:extLst>
              <a:ext uri="{FF2B5EF4-FFF2-40B4-BE49-F238E27FC236}">
                <a16:creationId xmlns:a16="http://schemas.microsoft.com/office/drawing/2014/main" id="{115A965D-AC01-A1D1-C995-25717515995F}"/>
              </a:ext>
            </a:extLst>
          </p:cNvPr>
          <p:cNvSpPr/>
          <p:nvPr/>
        </p:nvSpPr>
        <p:spPr>
          <a:xfrm>
            <a:off x="10661454" y="6079496"/>
            <a:ext cx="711266" cy="624279"/>
          </a:xfrm>
          <a:prstGeom prst="ca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cxnSp>
        <p:nvCxnSpPr>
          <p:cNvPr id="74" name="Connector: Curved 73">
            <a:extLst>
              <a:ext uri="{FF2B5EF4-FFF2-40B4-BE49-F238E27FC236}">
                <a16:creationId xmlns:a16="http://schemas.microsoft.com/office/drawing/2014/main" id="{4EF4629F-E86A-A504-4048-DFEB29E025E9}"/>
              </a:ext>
            </a:extLst>
          </p:cNvPr>
          <p:cNvCxnSpPr>
            <a:stCxn id="73" idx="4"/>
          </p:cNvCxnSpPr>
          <p:nvPr/>
        </p:nvCxnSpPr>
        <p:spPr>
          <a:xfrm flipV="1">
            <a:off x="11372720" y="1388356"/>
            <a:ext cx="103788" cy="5003280"/>
          </a:xfrm>
          <a:prstGeom prst="curvedConnector3">
            <a:avLst>
              <a:gd name="adj1" fmla="val 61684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A8214770-6FE4-9074-9595-BB050EE2EE72}"/>
              </a:ext>
            </a:extLst>
          </p:cNvPr>
          <p:cNvSpPr txBox="1"/>
          <p:nvPr/>
        </p:nvSpPr>
        <p:spPr>
          <a:xfrm>
            <a:off x="4648599" y="679595"/>
            <a:ext cx="20661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>
                <a:latin typeface="Arial" panose="020B0604020202020204" pitchFamily="34" charset="0"/>
                <a:cs typeface="Arial" panose="020B0604020202020204" pitchFamily="34" charset="0"/>
              </a:rPr>
              <a:t>www.myapp.com/</a:t>
            </a:r>
            <a:r>
              <a:rPr lang="es-419" sz="1200" b="1" dirty="0">
                <a:latin typeface="Arial" panose="020B0604020202020204" pitchFamily="34" charset="0"/>
                <a:cs typeface="Arial" panose="020B0604020202020204" pitchFamily="34" charset="0"/>
              </a:rPr>
              <a:t>About.</a:t>
            </a:r>
            <a:r>
              <a:rPr lang="es-419" sz="1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F02C664-054C-BC75-31B6-D71EBD3DB06E}"/>
              </a:ext>
            </a:extLst>
          </p:cNvPr>
          <p:cNvSpPr txBox="1"/>
          <p:nvPr/>
        </p:nvSpPr>
        <p:spPr>
          <a:xfrm>
            <a:off x="7095626" y="647956"/>
            <a:ext cx="7553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 err="1">
                <a:latin typeface="Arial" panose="020B0604020202020204" pitchFamily="34" charset="0"/>
                <a:cs typeface="Arial" panose="020B0604020202020204" pitchFamily="34" charset="0"/>
              </a:rPr>
              <a:t>Rewriter</a:t>
            </a:r>
            <a:endParaRPr lang="es-419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A2D862B-5BBE-EAE2-DAF6-2399FC9FD9D6}"/>
              </a:ext>
            </a:extLst>
          </p:cNvPr>
          <p:cNvSpPr txBox="1"/>
          <p:nvPr/>
        </p:nvSpPr>
        <p:spPr>
          <a:xfrm>
            <a:off x="4648599" y="942692"/>
            <a:ext cx="18769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>
                <a:latin typeface="Arial" panose="020B0604020202020204" pitchFamily="34" charset="0"/>
                <a:cs typeface="Arial" panose="020B0604020202020204" pitchFamily="34" charset="0"/>
              </a:rPr>
              <a:t>www.myapp.com/</a:t>
            </a:r>
            <a:r>
              <a:rPr lang="es-419" sz="1200" b="1" dirty="0">
                <a:latin typeface="Arial" panose="020B0604020202020204" pitchFamily="34" charset="0"/>
                <a:cs typeface="Arial" panose="020B0604020202020204" pitchFamily="34" charset="0"/>
              </a:rPr>
              <a:t>About</a:t>
            </a:r>
            <a:endParaRPr lang="es-419" sz="12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A668F104-D49B-DD80-BA90-29E7D4DC66F8}"/>
              </a:ext>
            </a:extLst>
          </p:cNvPr>
          <p:cNvSpPr/>
          <p:nvPr/>
        </p:nvSpPr>
        <p:spPr>
          <a:xfrm>
            <a:off x="805845" y="4235671"/>
            <a:ext cx="1285592" cy="179258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5B98D35-408F-2576-2190-A64CB94F19C8}"/>
              </a:ext>
            </a:extLst>
          </p:cNvPr>
          <p:cNvSpPr txBox="1"/>
          <p:nvPr/>
        </p:nvSpPr>
        <p:spPr>
          <a:xfrm>
            <a:off x="870358" y="4277280"/>
            <a:ext cx="9268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>
                <a:latin typeface="Arial" panose="020B0604020202020204" pitchFamily="34" charset="0"/>
                <a:cs typeface="Arial" panose="020B0604020202020204" pitchFamily="34" charset="0"/>
              </a:rPr>
              <a:t>Home.html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51489391-8A3A-7028-2985-2D24E1AE2CB8}"/>
              </a:ext>
            </a:extLst>
          </p:cNvPr>
          <p:cNvSpPr/>
          <p:nvPr/>
        </p:nvSpPr>
        <p:spPr>
          <a:xfrm>
            <a:off x="968808" y="4640254"/>
            <a:ext cx="958960" cy="22376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9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Header</a:t>
            </a:r>
            <a:endParaRPr lang="es-419" sz="9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0EE4199E-82A4-2B66-BB88-359DDFD67124}"/>
              </a:ext>
            </a:extLst>
          </p:cNvPr>
          <p:cNvSpPr/>
          <p:nvPr/>
        </p:nvSpPr>
        <p:spPr>
          <a:xfrm>
            <a:off x="968808" y="4922540"/>
            <a:ext cx="958960" cy="66209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Home Content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B89F907E-7EED-FC0A-4413-1385311EF76A}"/>
              </a:ext>
            </a:extLst>
          </p:cNvPr>
          <p:cNvSpPr/>
          <p:nvPr/>
        </p:nvSpPr>
        <p:spPr>
          <a:xfrm>
            <a:off x="968808" y="5627081"/>
            <a:ext cx="958960" cy="22376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9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Footer</a:t>
            </a:r>
            <a:endParaRPr lang="es-419" sz="9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211B1DC7-4130-BEC7-B4EE-109D22757AC5}"/>
              </a:ext>
            </a:extLst>
          </p:cNvPr>
          <p:cNvSpPr/>
          <p:nvPr/>
        </p:nvSpPr>
        <p:spPr>
          <a:xfrm>
            <a:off x="2978251" y="4235671"/>
            <a:ext cx="1285592" cy="179258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813F52C9-7593-7316-26FC-E56CD7957885}"/>
              </a:ext>
            </a:extLst>
          </p:cNvPr>
          <p:cNvSpPr txBox="1"/>
          <p:nvPr/>
        </p:nvSpPr>
        <p:spPr>
          <a:xfrm>
            <a:off x="3042764" y="4277280"/>
            <a:ext cx="9188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>
                <a:latin typeface="Arial" panose="020B0604020202020204" pitchFamily="34" charset="0"/>
                <a:cs typeface="Arial" panose="020B0604020202020204" pitchFamily="34" charset="0"/>
              </a:rPr>
              <a:t>About.html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1BDC0833-4D9B-2F8B-C055-75392BDC3F85}"/>
              </a:ext>
            </a:extLst>
          </p:cNvPr>
          <p:cNvSpPr/>
          <p:nvPr/>
        </p:nvSpPr>
        <p:spPr>
          <a:xfrm>
            <a:off x="3141214" y="4640254"/>
            <a:ext cx="958960" cy="22376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9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Header</a:t>
            </a:r>
            <a:endParaRPr lang="es-419" sz="9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759A862E-EB2F-2AAE-EE81-A7FB6754D4BE}"/>
              </a:ext>
            </a:extLst>
          </p:cNvPr>
          <p:cNvSpPr/>
          <p:nvPr/>
        </p:nvSpPr>
        <p:spPr>
          <a:xfrm>
            <a:off x="3141214" y="4922540"/>
            <a:ext cx="958960" cy="66209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9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About</a:t>
            </a:r>
            <a:r>
              <a:rPr lang="es-419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Content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B4826AF1-1BD8-28D3-DCBA-0F07F9E6CE22}"/>
              </a:ext>
            </a:extLst>
          </p:cNvPr>
          <p:cNvSpPr/>
          <p:nvPr/>
        </p:nvSpPr>
        <p:spPr>
          <a:xfrm>
            <a:off x="3141214" y="5627081"/>
            <a:ext cx="958960" cy="22376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9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Footer</a:t>
            </a:r>
            <a:endParaRPr lang="es-419" sz="9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8DDD0052-03B3-C010-45AB-2F2B6A17B7FC}"/>
              </a:ext>
            </a:extLst>
          </p:cNvPr>
          <p:cNvSpPr/>
          <p:nvPr/>
        </p:nvSpPr>
        <p:spPr>
          <a:xfrm>
            <a:off x="5164844" y="4235671"/>
            <a:ext cx="1285592" cy="179258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DA943009-4A00-1542-AE78-DC92BB761D39}"/>
              </a:ext>
            </a:extLst>
          </p:cNvPr>
          <p:cNvSpPr txBox="1"/>
          <p:nvPr/>
        </p:nvSpPr>
        <p:spPr>
          <a:xfrm>
            <a:off x="5229357" y="4277280"/>
            <a:ext cx="10470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>
                <a:latin typeface="Arial" panose="020B0604020202020204" pitchFamily="34" charset="0"/>
                <a:cs typeface="Arial" panose="020B0604020202020204" pitchFamily="34" charset="0"/>
              </a:rPr>
              <a:t>Contact.html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AB70CEEA-D6DA-46BE-7E05-EC4999D0C5DB}"/>
              </a:ext>
            </a:extLst>
          </p:cNvPr>
          <p:cNvSpPr/>
          <p:nvPr/>
        </p:nvSpPr>
        <p:spPr>
          <a:xfrm>
            <a:off x="5327807" y="4640254"/>
            <a:ext cx="958960" cy="22376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9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Header</a:t>
            </a:r>
            <a:endParaRPr lang="es-419" sz="9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F0500C77-BD25-A24C-04F4-95CD64318DD3}"/>
              </a:ext>
            </a:extLst>
          </p:cNvPr>
          <p:cNvSpPr/>
          <p:nvPr/>
        </p:nvSpPr>
        <p:spPr>
          <a:xfrm>
            <a:off x="5327807" y="4922540"/>
            <a:ext cx="958960" cy="66209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9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Contact</a:t>
            </a:r>
            <a:r>
              <a:rPr lang="es-419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Content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256DC671-528A-8B27-A03C-79EDCDEE6096}"/>
              </a:ext>
            </a:extLst>
          </p:cNvPr>
          <p:cNvSpPr/>
          <p:nvPr/>
        </p:nvSpPr>
        <p:spPr>
          <a:xfrm>
            <a:off x="5327807" y="5627081"/>
            <a:ext cx="958960" cy="22376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9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Footer</a:t>
            </a:r>
            <a:endParaRPr lang="es-419" sz="9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9674C351-C411-19F0-C006-916C3B55A8C2}"/>
              </a:ext>
            </a:extLst>
          </p:cNvPr>
          <p:cNvSpPr/>
          <p:nvPr/>
        </p:nvSpPr>
        <p:spPr>
          <a:xfrm>
            <a:off x="7224504" y="4235671"/>
            <a:ext cx="1285592" cy="179258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C2DF4193-10F0-E13D-CCE5-10BBFCB4DF59}"/>
              </a:ext>
            </a:extLst>
          </p:cNvPr>
          <p:cNvSpPr txBox="1"/>
          <p:nvPr/>
        </p:nvSpPr>
        <p:spPr>
          <a:xfrm>
            <a:off x="7289017" y="4277280"/>
            <a:ext cx="9012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>
                <a:latin typeface="Arial" panose="020B0604020202020204" pitchFamily="34" charset="0"/>
                <a:cs typeface="Arial" panose="020B0604020202020204" pitchFamily="34" charset="0"/>
              </a:rPr>
              <a:t>Sales.html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EA5E244A-616F-5737-C7E7-8AB29B389556}"/>
              </a:ext>
            </a:extLst>
          </p:cNvPr>
          <p:cNvSpPr/>
          <p:nvPr/>
        </p:nvSpPr>
        <p:spPr>
          <a:xfrm>
            <a:off x="7387467" y="4640254"/>
            <a:ext cx="958960" cy="22376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9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Header</a:t>
            </a:r>
            <a:endParaRPr lang="es-419" sz="9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2168675B-3C0E-876F-96C2-659F3E736A87}"/>
              </a:ext>
            </a:extLst>
          </p:cNvPr>
          <p:cNvSpPr/>
          <p:nvPr/>
        </p:nvSpPr>
        <p:spPr>
          <a:xfrm>
            <a:off x="7387467" y="4922540"/>
            <a:ext cx="958960" cy="66209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Sales Content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C05F73C5-21CA-91DA-193C-24151D1A028F}"/>
              </a:ext>
            </a:extLst>
          </p:cNvPr>
          <p:cNvSpPr/>
          <p:nvPr/>
        </p:nvSpPr>
        <p:spPr>
          <a:xfrm>
            <a:off x="7387467" y="5627081"/>
            <a:ext cx="958960" cy="22376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9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Footer</a:t>
            </a:r>
            <a:endParaRPr lang="es-419" sz="9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51D6D183-3F35-AF33-74ED-379B33EDBDAB}"/>
              </a:ext>
            </a:extLst>
          </p:cNvPr>
          <p:cNvSpPr/>
          <p:nvPr/>
        </p:nvSpPr>
        <p:spPr>
          <a:xfrm>
            <a:off x="579422" y="4900230"/>
            <a:ext cx="8077491" cy="720614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7725792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F6C1D83-EE40-E163-5E7A-18A9BAE32D14}"/>
              </a:ext>
            </a:extLst>
          </p:cNvPr>
          <p:cNvSpPr/>
          <p:nvPr/>
        </p:nvSpPr>
        <p:spPr>
          <a:xfrm>
            <a:off x="769545" y="760491"/>
            <a:ext cx="3675706" cy="22995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D2D3472-BBEB-31D9-8BE8-C3F99D3609D0}"/>
              </a:ext>
            </a:extLst>
          </p:cNvPr>
          <p:cNvCxnSpPr/>
          <p:nvPr/>
        </p:nvCxnSpPr>
        <p:spPr>
          <a:xfrm>
            <a:off x="769545" y="1055596"/>
            <a:ext cx="367570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0877646-5E54-70BD-543C-C1FC379E38F3}"/>
              </a:ext>
            </a:extLst>
          </p:cNvPr>
          <p:cNvSpPr txBox="1"/>
          <p:nvPr/>
        </p:nvSpPr>
        <p:spPr>
          <a:xfrm>
            <a:off x="805845" y="787650"/>
            <a:ext cx="21302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>
                <a:latin typeface="Arial" panose="020B0604020202020204" pitchFamily="34" charset="0"/>
                <a:cs typeface="Arial" panose="020B0604020202020204" pitchFamily="34" charset="0"/>
              </a:rPr>
              <a:t>www.myapp.com/Home.html</a:t>
            </a:r>
          </a:p>
        </p:txBody>
      </p:sp>
      <p:pic>
        <p:nvPicPr>
          <p:cNvPr id="5" name="Picture 2" descr="Refresh page option - Free arrows icons">
            <a:extLst>
              <a:ext uri="{FF2B5EF4-FFF2-40B4-BE49-F238E27FC236}">
                <a16:creationId xmlns:a16="http://schemas.microsoft.com/office/drawing/2014/main" id="{E00F2A45-8616-1CAA-4FB2-094736FFCC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4162" y="1460164"/>
            <a:ext cx="990999" cy="990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DAE3804-A53B-302F-332B-87D95A5D2F1E}"/>
              </a:ext>
            </a:extLst>
          </p:cNvPr>
          <p:cNvSpPr/>
          <p:nvPr/>
        </p:nvSpPr>
        <p:spPr>
          <a:xfrm>
            <a:off x="8736594" y="579422"/>
            <a:ext cx="3096285" cy="538681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98BA67-F471-2B87-E241-D93F1C0D64CA}"/>
              </a:ext>
            </a:extLst>
          </p:cNvPr>
          <p:cNvSpPr txBox="1"/>
          <p:nvPr/>
        </p:nvSpPr>
        <p:spPr>
          <a:xfrm>
            <a:off x="8736594" y="179240"/>
            <a:ext cx="13447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>
                <a:latin typeface="Arial" panose="020B0604020202020204" pitchFamily="34" charset="0"/>
                <a:cs typeface="Arial" panose="020B0604020202020204" pitchFamily="34" charset="0"/>
              </a:rPr>
              <a:t>www.myapp.com</a:t>
            </a:r>
          </a:p>
        </p:txBody>
      </p:sp>
      <p:cxnSp>
        <p:nvCxnSpPr>
          <p:cNvPr id="8" name="Connector: Curved 7">
            <a:extLst>
              <a:ext uri="{FF2B5EF4-FFF2-40B4-BE49-F238E27FC236}">
                <a16:creationId xmlns:a16="http://schemas.microsoft.com/office/drawing/2014/main" id="{65C78597-F485-9466-1394-4B2A30632FA8}"/>
              </a:ext>
            </a:extLst>
          </p:cNvPr>
          <p:cNvCxnSpPr>
            <a:cxnSpLocks/>
          </p:cNvCxnSpPr>
          <p:nvPr/>
        </p:nvCxnSpPr>
        <p:spPr>
          <a:xfrm rot="16200000" flipH="1">
            <a:off x="6065821" y="-2697933"/>
            <a:ext cx="117695" cy="7034542"/>
          </a:xfrm>
          <a:prstGeom prst="curvedConnector3">
            <a:avLst>
              <a:gd name="adj1" fmla="val -19423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080D0EBF-50B2-9E47-6C49-F6ED4E8EA7F8}"/>
              </a:ext>
            </a:extLst>
          </p:cNvPr>
          <p:cNvSpPr txBox="1"/>
          <p:nvPr/>
        </p:nvSpPr>
        <p:spPr>
          <a:xfrm>
            <a:off x="6409785" y="1125713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/>
              <a:t>DOM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222EA75-7F1A-B867-1851-DF791D313706}"/>
              </a:ext>
            </a:extLst>
          </p:cNvPr>
          <p:cNvCxnSpPr>
            <a:stCxn id="39" idx="2"/>
          </p:cNvCxnSpPr>
          <p:nvPr/>
        </p:nvCxnSpPr>
        <p:spPr>
          <a:xfrm>
            <a:off x="6748179" y="1495045"/>
            <a:ext cx="22668" cy="12105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8617BE62-D0E1-4B15-1F5F-4B7619EF9696}"/>
              </a:ext>
            </a:extLst>
          </p:cNvPr>
          <p:cNvSpPr txBox="1"/>
          <p:nvPr/>
        </p:nvSpPr>
        <p:spPr>
          <a:xfrm>
            <a:off x="5852011" y="1409070"/>
            <a:ext cx="8835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 err="1">
                <a:latin typeface="Arial" panose="020B0604020202020204" pitchFamily="34" charset="0"/>
                <a:cs typeface="Arial" panose="020B0604020202020204" pitchFamily="34" charset="0"/>
              </a:rPr>
              <a:t>Document</a:t>
            </a:r>
            <a:endParaRPr lang="es-419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E30CF096-0B78-900E-D5C0-0FFCB50D035B}"/>
              </a:ext>
            </a:extLst>
          </p:cNvPr>
          <p:cNvCxnSpPr/>
          <p:nvPr/>
        </p:nvCxnSpPr>
        <p:spPr>
          <a:xfrm>
            <a:off x="6770847" y="1686069"/>
            <a:ext cx="74352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26EA2ED-A495-1F42-9224-7A10180E86E2}"/>
              </a:ext>
            </a:extLst>
          </p:cNvPr>
          <p:cNvCxnSpPr/>
          <p:nvPr/>
        </p:nvCxnSpPr>
        <p:spPr>
          <a:xfrm>
            <a:off x="6770847" y="2009869"/>
            <a:ext cx="74352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740DE531-D503-7AE6-1202-12CF091E92E1}"/>
              </a:ext>
            </a:extLst>
          </p:cNvPr>
          <p:cNvCxnSpPr/>
          <p:nvPr/>
        </p:nvCxnSpPr>
        <p:spPr>
          <a:xfrm>
            <a:off x="6770847" y="2381061"/>
            <a:ext cx="74352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8E344027-0AA9-8E8B-2920-D6FC793A9901}"/>
              </a:ext>
            </a:extLst>
          </p:cNvPr>
          <p:cNvSpPr/>
          <p:nvPr/>
        </p:nvSpPr>
        <p:spPr>
          <a:xfrm>
            <a:off x="7514376" y="1601268"/>
            <a:ext cx="162963" cy="162963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71E17E2-1A6C-0089-32D0-79DC0F9F0B99}"/>
              </a:ext>
            </a:extLst>
          </p:cNvPr>
          <p:cNvSpPr txBox="1"/>
          <p:nvPr/>
        </p:nvSpPr>
        <p:spPr>
          <a:xfrm>
            <a:off x="7700558" y="1544249"/>
            <a:ext cx="6864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 err="1">
                <a:latin typeface="Arial" panose="020B0604020202020204" pitchFamily="34" charset="0"/>
                <a:cs typeface="Arial" panose="020B0604020202020204" pitchFamily="34" charset="0"/>
              </a:rPr>
              <a:t>Header</a:t>
            </a:r>
            <a:endParaRPr lang="es-419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AD9FACB-A8FB-8F4B-BAD8-D361B27CD03B}"/>
              </a:ext>
            </a:extLst>
          </p:cNvPr>
          <p:cNvSpPr txBox="1"/>
          <p:nvPr/>
        </p:nvSpPr>
        <p:spPr>
          <a:xfrm>
            <a:off x="7700558" y="1871369"/>
            <a:ext cx="5341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 err="1">
                <a:latin typeface="Arial" panose="020B0604020202020204" pitchFamily="34" charset="0"/>
                <a:cs typeface="Arial" panose="020B0604020202020204" pitchFamily="34" charset="0"/>
              </a:rPr>
              <a:t>Body</a:t>
            </a:r>
            <a:endParaRPr lang="es-419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9BE37C9-197F-80E9-AB61-50C4B029A471}"/>
              </a:ext>
            </a:extLst>
          </p:cNvPr>
          <p:cNvSpPr txBox="1"/>
          <p:nvPr/>
        </p:nvSpPr>
        <p:spPr>
          <a:xfrm>
            <a:off x="7700558" y="2242561"/>
            <a:ext cx="6286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 err="1">
                <a:latin typeface="Arial" panose="020B0604020202020204" pitchFamily="34" charset="0"/>
                <a:cs typeface="Arial" panose="020B0604020202020204" pitchFamily="34" charset="0"/>
              </a:rPr>
              <a:t>Footer</a:t>
            </a:r>
            <a:endParaRPr lang="es-419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6E36A23A-9D6F-A564-BE69-12665C822C96}"/>
              </a:ext>
            </a:extLst>
          </p:cNvPr>
          <p:cNvSpPr/>
          <p:nvPr/>
        </p:nvSpPr>
        <p:spPr>
          <a:xfrm>
            <a:off x="7514376" y="1919945"/>
            <a:ext cx="162963" cy="162963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770BA8E3-5B8B-8665-CA82-A5CBE6EE2443}"/>
              </a:ext>
            </a:extLst>
          </p:cNvPr>
          <p:cNvSpPr/>
          <p:nvPr/>
        </p:nvSpPr>
        <p:spPr>
          <a:xfrm>
            <a:off x="7514376" y="2319822"/>
            <a:ext cx="162963" cy="162963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E3208B7-017D-5025-E650-8BD90622C97F}"/>
              </a:ext>
            </a:extLst>
          </p:cNvPr>
          <p:cNvSpPr/>
          <p:nvPr/>
        </p:nvSpPr>
        <p:spPr>
          <a:xfrm>
            <a:off x="10564614" y="2443085"/>
            <a:ext cx="917634" cy="94306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C161FF4-46E5-2E06-0165-1D0C17959933}"/>
              </a:ext>
            </a:extLst>
          </p:cNvPr>
          <p:cNvSpPr/>
          <p:nvPr/>
        </p:nvSpPr>
        <p:spPr>
          <a:xfrm>
            <a:off x="10601981" y="4487665"/>
            <a:ext cx="920418" cy="94306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E3535B7-AAAB-A435-2C66-44493ADDC126}"/>
              </a:ext>
            </a:extLst>
          </p:cNvPr>
          <p:cNvSpPr/>
          <p:nvPr/>
        </p:nvSpPr>
        <p:spPr>
          <a:xfrm>
            <a:off x="10601981" y="3474429"/>
            <a:ext cx="920418" cy="94306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5CC60D4-6E94-9334-484D-09DA40A1D12B}"/>
              </a:ext>
            </a:extLst>
          </p:cNvPr>
          <p:cNvSpPr txBox="1"/>
          <p:nvPr/>
        </p:nvSpPr>
        <p:spPr>
          <a:xfrm>
            <a:off x="10557667" y="2484694"/>
            <a:ext cx="9188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>
                <a:latin typeface="Arial" panose="020B0604020202020204" pitchFamily="34" charset="0"/>
                <a:cs typeface="Arial" panose="020B0604020202020204" pitchFamily="34" charset="0"/>
              </a:rPr>
              <a:t>About.html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5417CF0-5C10-9A1B-FCE9-F2D36D530CE7}"/>
              </a:ext>
            </a:extLst>
          </p:cNvPr>
          <p:cNvSpPr txBox="1"/>
          <p:nvPr/>
        </p:nvSpPr>
        <p:spPr>
          <a:xfrm>
            <a:off x="10573429" y="4504291"/>
            <a:ext cx="10470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>
                <a:latin typeface="Arial" panose="020B0604020202020204" pitchFamily="34" charset="0"/>
                <a:cs typeface="Arial" panose="020B0604020202020204" pitchFamily="34" charset="0"/>
              </a:rPr>
              <a:t>Contact.html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160C475-DE53-FE37-BF12-9A82FCEFCDB9}"/>
              </a:ext>
            </a:extLst>
          </p:cNvPr>
          <p:cNvSpPr txBox="1"/>
          <p:nvPr/>
        </p:nvSpPr>
        <p:spPr>
          <a:xfrm>
            <a:off x="10552540" y="3500721"/>
            <a:ext cx="9012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>
                <a:latin typeface="Arial" panose="020B0604020202020204" pitchFamily="34" charset="0"/>
                <a:cs typeface="Arial" panose="020B0604020202020204" pitchFamily="34" charset="0"/>
              </a:rPr>
              <a:t>Sales.html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CB4A342-3C47-5D59-993D-B819CACA2ECA}"/>
              </a:ext>
            </a:extLst>
          </p:cNvPr>
          <p:cNvSpPr/>
          <p:nvPr/>
        </p:nvSpPr>
        <p:spPr>
          <a:xfrm>
            <a:off x="9229581" y="2443085"/>
            <a:ext cx="1285592" cy="179258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59058D4-51CD-9B3B-B603-AF7D21F4B218}"/>
              </a:ext>
            </a:extLst>
          </p:cNvPr>
          <p:cNvSpPr txBox="1"/>
          <p:nvPr/>
        </p:nvSpPr>
        <p:spPr>
          <a:xfrm>
            <a:off x="9294094" y="2484694"/>
            <a:ext cx="9268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>
                <a:latin typeface="Arial" panose="020B0604020202020204" pitchFamily="34" charset="0"/>
                <a:cs typeface="Arial" panose="020B0604020202020204" pitchFamily="34" charset="0"/>
              </a:rPr>
              <a:t>Home.html</a:t>
            </a:r>
          </a:p>
        </p:txBody>
      </p:sp>
      <p:sp>
        <p:nvSpPr>
          <p:cNvPr id="59" name="Scroll: Vertical 58">
            <a:extLst>
              <a:ext uri="{FF2B5EF4-FFF2-40B4-BE49-F238E27FC236}">
                <a16:creationId xmlns:a16="http://schemas.microsoft.com/office/drawing/2014/main" id="{70BF62A1-8DD5-83EA-3D78-B4A46CE1DEB9}"/>
              </a:ext>
            </a:extLst>
          </p:cNvPr>
          <p:cNvSpPr/>
          <p:nvPr/>
        </p:nvSpPr>
        <p:spPr>
          <a:xfrm>
            <a:off x="9271534" y="4828021"/>
            <a:ext cx="532373" cy="514345"/>
          </a:xfrm>
          <a:prstGeom prst="verticalScroll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JS</a:t>
            </a:r>
          </a:p>
        </p:txBody>
      </p:sp>
      <p:sp>
        <p:nvSpPr>
          <p:cNvPr id="60" name="Scroll: Vertical 59">
            <a:extLst>
              <a:ext uri="{FF2B5EF4-FFF2-40B4-BE49-F238E27FC236}">
                <a16:creationId xmlns:a16="http://schemas.microsoft.com/office/drawing/2014/main" id="{C46CAD03-F624-A820-8A1A-56F3EC479D83}"/>
              </a:ext>
            </a:extLst>
          </p:cNvPr>
          <p:cNvSpPr/>
          <p:nvPr/>
        </p:nvSpPr>
        <p:spPr>
          <a:xfrm>
            <a:off x="9982800" y="4828021"/>
            <a:ext cx="532373" cy="514345"/>
          </a:xfrm>
          <a:prstGeom prst="verticalScroll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CSS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B81892A1-6EAC-E86B-16E4-0EDD1122DA2A}"/>
              </a:ext>
            </a:extLst>
          </p:cNvPr>
          <p:cNvSpPr/>
          <p:nvPr/>
        </p:nvSpPr>
        <p:spPr>
          <a:xfrm>
            <a:off x="9392544" y="2847668"/>
            <a:ext cx="958960" cy="22376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9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Header</a:t>
            </a:r>
            <a:endParaRPr lang="es-419" sz="9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687D68EA-5C91-D12F-C8E6-D59701A62454}"/>
              </a:ext>
            </a:extLst>
          </p:cNvPr>
          <p:cNvSpPr/>
          <p:nvPr/>
        </p:nvSpPr>
        <p:spPr>
          <a:xfrm>
            <a:off x="9392544" y="3129954"/>
            <a:ext cx="958960" cy="66209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9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Body</a:t>
            </a:r>
            <a:endParaRPr lang="es-419" sz="9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4AE694C8-1C45-84D6-72CA-217F288676E2}"/>
              </a:ext>
            </a:extLst>
          </p:cNvPr>
          <p:cNvSpPr/>
          <p:nvPr/>
        </p:nvSpPr>
        <p:spPr>
          <a:xfrm>
            <a:off x="9392544" y="3834495"/>
            <a:ext cx="958960" cy="22376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9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Footer</a:t>
            </a:r>
            <a:endParaRPr lang="es-419" sz="9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7C1C4F5B-97BC-ABCB-A7D0-F327B55B48B2}"/>
              </a:ext>
            </a:extLst>
          </p:cNvPr>
          <p:cNvSpPr/>
          <p:nvPr/>
        </p:nvSpPr>
        <p:spPr>
          <a:xfrm>
            <a:off x="9144000" y="869133"/>
            <a:ext cx="2332508" cy="103844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8A0592D-80B6-78AE-E353-752B47A6E8B5}"/>
              </a:ext>
            </a:extLst>
          </p:cNvPr>
          <p:cNvSpPr txBox="1"/>
          <p:nvPr/>
        </p:nvSpPr>
        <p:spPr>
          <a:xfrm>
            <a:off x="9139003" y="893986"/>
            <a:ext cx="10331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>
                <a:latin typeface="Arial" panose="020B0604020202020204" pitchFamily="34" charset="0"/>
                <a:cs typeface="Arial" panose="020B0604020202020204" pitchFamily="34" charset="0"/>
              </a:rPr>
              <a:t>View </a:t>
            </a:r>
            <a:r>
              <a:rPr lang="es-419" sz="1200" dirty="0" err="1">
                <a:latin typeface="Arial" panose="020B0604020202020204" pitchFamily="34" charset="0"/>
                <a:cs typeface="Arial" panose="020B0604020202020204" pitchFamily="34" charset="0"/>
              </a:rPr>
              <a:t>Engine</a:t>
            </a:r>
            <a:endParaRPr lang="es-419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A4E2EDD-EA17-01EC-83D9-A8B554E14F7D}"/>
              </a:ext>
            </a:extLst>
          </p:cNvPr>
          <p:cNvSpPr txBox="1"/>
          <p:nvPr/>
        </p:nvSpPr>
        <p:spPr>
          <a:xfrm>
            <a:off x="9171945" y="1220176"/>
            <a:ext cx="12056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>
                <a:latin typeface="Arial" panose="020B0604020202020204" pitchFamily="34" charset="0"/>
                <a:cs typeface="Arial" panose="020B0604020202020204" pitchFamily="34" charset="0"/>
              </a:rPr>
              <a:t>ASP.NET MVC</a:t>
            </a:r>
          </a:p>
          <a:p>
            <a:r>
              <a:rPr lang="es-419" sz="1200" dirty="0" err="1">
                <a:latin typeface="Arial" panose="020B0604020202020204" pitchFamily="34" charset="0"/>
                <a:cs typeface="Arial" panose="020B0604020202020204" pitchFamily="34" charset="0"/>
              </a:rPr>
              <a:t>Sripng</a:t>
            </a:r>
            <a:r>
              <a:rPr lang="es-419" sz="1200" dirty="0">
                <a:latin typeface="Arial" panose="020B0604020202020204" pitchFamily="34" charset="0"/>
                <a:cs typeface="Arial" panose="020B0604020202020204" pitchFamily="34" charset="0"/>
              </a:rPr>
              <a:t> MVC</a:t>
            </a:r>
          </a:p>
          <a:p>
            <a:r>
              <a:rPr lang="es-419" sz="1200" dirty="0">
                <a:latin typeface="Arial" panose="020B0604020202020204" pitchFamily="34" charset="0"/>
                <a:cs typeface="Arial" panose="020B0604020202020204" pitchFamily="34" charset="0"/>
              </a:rPr>
              <a:t>PHP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EFF0E65E-B00D-478D-AB36-1966C3F79512}"/>
              </a:ext>
            </a:extLst>
          </p:cNvPr>
          <p:cNvSpPr/>
          <p:nvPr/>
        </p:nvSpPr>
        <p:spPr>
          <a:xfrm>
            <a:off x="10719897" y="915682"/>
            <a:ext cx="675992" cy="27699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</a:t>
            </a:r>
            <a:endParaRPr lang="es-419" sz="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204FCB2-BFBA-8B45-CC55-B7383080865E}"/>
              </a:ext>
            </a:extLst>
          </p:cNvPr>
          <p:cNvSpPr/>
          <p:nvPr/>
        </p:nvSpPr>
        <p:spPr>
          <a:xfrm>
            <a:off x="10719897" y="1242746"/>
            <a:ext cx="675992" cy="27699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</a:t>
            </a:r>
            <a:endParaRPr lang="es-419" sz="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B514F846-D5E3-8FE9-D942-4C1571716F4D}"/>
              </a:ext>
            </a:extLst>
          </p:cNvPr>
          <p:cNvSpPr/>
          <p:nvPr/>
        </p:nvSpPr>
        <p:spPr>
          <a:xfrm>
            <a:off x="10719897" y="1569810"/>
            <a:ext cx="675992" cy="27699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</a:t>
            </a:r>
            <a:endParaRPr lang="es-419" sz="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" name="Arrow: Down 69">
            <a:extLst>
              <a:ext uri="{FF2B5EF4-FFF2-40B4-BE49-F238E27FC236}">
                <a16:creationId xmlns:a16="http://schemas.microsoft.com/office/drawing/2014/main" id="{C4560129-EFD7-3195-57E0-9C8CBA178ECC}"/>
              </a:ext>
            </a:extLst>
          </p:cNvPr>
          <p:cNvSpPr/>
          <p:nvPr/>
        </p:nvSpPr>
        <p:spPr>
          <a:xfrm>
            <a:off x="10225119" y="2000440"/>
            <a:ext cx="296210" cy="328915"/>
          </a:xfrm>
          <a:prstGeom prst="down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71A4243-5A7E-355A-AB0A-435223B12034}"/>
              </a:ext>
            </a:extLst>
          </p:cNvPr>
          <p:cNvSpPr txBox="1"/>
          <p:nvPr/>
        </p:nvSpPr>
        <p:spPr>
          <a:xfrm>
            <a:off x="10526740" y="2029730"/>
            <a:ext cx="102944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050" dirty="0">
                <a:latin typeface="Arial" panose="020B0604020202020204" pitchFamily="34" charset="0"/>
                <a:cs typeface="Arial" panose="020B0604020202020204" pitchFamily="34" charset="0"/>
              </a:rPr>
              <a:t>Output HTML</a:t>
            </a:r>
          </a:p>
        </p:txBody>
      </p:sp>
      <p:cxnSp>
        <p:nvCxnSpPr>
          <p:cNvPr id="72" name="Connector: Curved 71">
            <a:extLst>
              <a:ext uri="{FF2B5EF4-FFF2-40B4-BE49-F238E27FC236}">
                <a16:creationId xmlns:a16="http://schemas.microsoft.com/office/drawing/2014/main" id="{D50397F0-7A82-64F1-3181-4FE49271A595}"/>
              </a:ext>
            </a:extLst>
          </p:cNvPr>
          <p:cNvCxnSpPr>
            <a:cxnSpLocks/>
          </p:cNvCxnSpPr>
          <p:nvPr/>
        </p:nvCxnSpPr>
        <p:spPr>
          <a:xfrm rot="5400000">
            <a:off x="6440067" y="-1541328"/>
            <a:ext cx="768731" cy="8434067"/>
          </a:xfrm>
          <a:prstGeom prst="curvedConnector3">
            <a:avLst>
              <a:gd name="adj1" fmla="val 12973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Cylinder 72">
            <a:extLst>
              <a:ext uri="{FF2B5EF4-FFF2-40B4-BE49-F238E27FC236}">
                <a16:creationId xmlns:a16="http://schemas.microsoft.com/office/drawing/2014/main" id="{115A965D-AC01-A1D1-C995-25717515995F}"/>
              </a:ext>
            </a:extLst>
          </p:cNvPr>
          <p:cNvSpPr/>
          <p:nvPr/>
        </p:nvSpPr>
        <p:spPr>
          <a:xfrm>
            <a:off x="10661454" y="6079496"/>
            <a:ext cx="711266" cy="624279"/>
          </a:xfrm>
          <a:prstGeom prst="ca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cxnSp>
        <p:nvCxnSpPr>
          <p:cNvPr id="74" name="Connector: Curved 73">
            <a:extLst>
              <a:ext uri="{FF2B5EF4-FFF2-40B4-BE49-F238E27FC236}">
                <a16:creationId xmlns:a16="http://schemas.microsoft.com/office/drawing/2014/main" id="{4EF4629F-E86A-A504-4048-DFEB29E025E9}"/>
              </a:ext>
            </a:extLst>
          </p:cNvPr>
          <p:cNvCxnSpPr>
            <a:stCxn id="73" idx="4"/>
          </p:cNvCxnSpPr>
          <p:nvPr/>
        </p:nvCxnSpPr>
        <p:spPr>
          <a:xfrm flipV="1">
            <a:off x="11372720" y="1388356"/>
            <a:ext cx="103788" cy="5003280"/>
          </a:xfrm>
          <a:prstGeom prst="curvedConnector3">
            <a:avLst>
              <a:gd name="adj1" fmla="val 61684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A8214770-6FE4-9074-9595-BB050EE2EE72}"/>
              </a:ext>
            </a:extLst>
          </p:cNvPr>
          <p:cNvSpPr txBox="1"/>
          <p:nvPr/>
        </p:nvSpPr>
        <p:spPr>
          <a:xfrm>
            <a:off x="4648599" y="679595"/>
            <a:ext cx="20661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>
                <a:latin typeface="Arial" panose="020B0604020202020204" pitchFamily="34" charset="0"/>
                <a:cs typeface="Arial" panose="020B0604020202020204" pitchFamily="34" charset="0"/>
              </a:rPr>
              <a:t>www.myapp.com/</a:t>
            </a:r>
            <a:r>
              <a:rPr lang="es-419" sz="1200" b="1" dirty="0">
                <a:latin typeface="Arial" panose="020B0604020202020204" pitchFamily="34" charset="0"/>
                <a:cs typeface="Arial" panose="020B0604020202020204" pitchFamily="34" charset="0"/>
              </a:rPr>
              <a:t>About.</a:t>
            </a:r>
            <a:r>
              <a:rPr lang="es-419" sz="1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F02C664-054C-BC75-31B6-D71EBD3DB06E}"/>
              </a:ext>
            </a:extLst>
          </p:cNvPr>
          <p:cNvSpPr txBox="1"/>
          <p:nvPr/>
        </p:nvSpPr>
        <p:spPr>
          <a:xfrm>
            <a:off x="7095626" y="647956"/>
            <a:ext cx="7553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 err="1">
                <a:latin typeface="Arial" panose="020B0604020202020204" pitchFamily="34" charset="0"/>
                <a:cs typeface="Arial" panose="020B0604020202020204" pitchFamily="34" charset="0"/>
              </a:rPr>
              <a:t>Rewriter</a:t>
            </a:r>
            <a:endParaRPr lang="es-419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A2D862B-5BBE-EAE2-DAF6-2399FC9FD9D6}"/>
              </a:ext>
            </a:extLst>
          </p:cNvPr>
          <p:cNvSpPr txBox="1"/>
          <p:nvPr/>
        </p:nvSpPr>
        <p:spPr>
          <a:xfrm>
            <a:off x="4648599" y="942692"/>
            <a:ext cx="18769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>
                <a:latin typeface="Arial" panose="020B0604020202020204" pitchFamily="34" charset="0"/>
                <a:cs typeface="Arial" panose="020B0604020202020204" pitchFamily="34" charset="0"/>
              </a:rPr>
              <a:t>www.myapp.com/</a:t>
            </a:r>
            <a:r>
              <a:rPr lang="es-419" sz="1200" b="1" dirty="0">
                <a:latin typeface="Arial" panose="020B0604020202020204" pitchFamily="34" charset="0"/>
                <a:cs typeface="Arial" panose="020B0604020202020204" pitchFamily="34" charset="0"/>
              </a:rPr>
              <a:t>About</a:t>
            </a:r>
            <a:endParaRPr lang="es-419" sz="12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90A143B-C159-4D98-2D18-F2E0881F9D9F}"/>
              </a:ext>
            </a:extLst>
          </p:cNvPr>
          <p:cNvGrpSpPr/>
          <p:nvPr/>
        </p:nvGrpSpPr>
        <p:grpSpPr>
          <a:xfrm>
            <a:off x="709752" y="3321681"/>
            <a:ext cx="4631192" cy="1027771"/>
            <a:chOff x="579422" y="3567596"/>
            <a:chExt cx="8077491" cy="1792586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F1F81EE-7565-5A63-92EF-9BA3E3ABD6CC}"/>
                </a:ext>
              </a:extLst>
            </p:cNvPr>
            <p:cNvSpPr/>
            <p:nvPr/>
          </p:nvSpPr>
          <p:spPr>
            <a:xfrm>
              <a:off x="805845" y="3567596"/>
              <a:ext cx="1285592" cy="179258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 sz="105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56DAD60-33CC-1FBF-6EE8-686EC98BFC2A}"/>
                </a:ext>
              </a:extLst>
            </p:cNvPr>
            <p:cNvSpPr txBox="1"/>
            <p:nvPr/>
          </p:nvSpPr>
          <p:spPr>
            <a:xfrm>
              <a:off x="870358" y="3609204"/>
              <a:ext cx="1188807" cy="3757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419" sz="800" dirty="0">
                  <a:latin typeface="Arial" panose="020B0604020202020204" pitchFamily="34" charset="0"/>
                  <a:cs typeface="Arial" panose="020B0604020202020204" pitchFamily="34" charset="0"/>
                </a:rPr>
                <a:t>Home.html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98B3DF5-C4B8-DEDD-9FF9-E6DC14AE3F4A}"/>
                </a:ext>
              </a:extLst>
            </p:cNvPr>
            <p:cNvSpPr/>
            <p:nvPr/>
          </p:nvSpPr>
          <p:spPr>
            <a:xfrm>
              <a:off x="968808" y="3972179"/>
              <a:ext cx="958960" cy="22376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419" sz="4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Header</a:t>
              </a:r>
              <a:endParaRPr lang="es-419" sz="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04996C7-1454-C031-B408-6BC724899119}"/>
                </a:ext>
              </a:extLst>
            </p:cNvPr>
            <p:cNvSpPr/>
            <p:nvPr/>
          </p:nvSpPr>
          <p:spPr>
            <a:xfrm>
              <a:off x="968808" y="4254465"/>
              <a:ext cx="958960" cy="66209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419" sz="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Home Content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F3CD80D-FD7E-015D-ED13-F19FE45C344F}"/>
                </a:ext>
              </a:extLst>
            </p:cNvPr>
            <p:cNvSpPr/>
            <p:nvPr/>
          </p:nvSpPr>
          <p:spPr>
            <a:xfrm>
              <a:off x="968808" y="4959006"/>
              <a:ext cx="958960" cy="22376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419" sz="4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Footer</a:t>
              </a:r>
              <a:endParaRPr lang="es-419" sz="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AD56521-206A-F74D-6FC3-3CD580E6728B}"/>
                </a:ext>
              </a:extLst>
            </p:cNvPr>
            <p:cNvSpPr/>
            <p:nvPr/>
          </p:nvSpPr>
          <p:spPr>
            <a:xfrm>
              <a:off x="2978251" y="3567596"/>
              <a:ext cx="1285592" cy="179258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 sz="105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A5F210E-7164-80F4-FFD0-C6A135ED35FB}"/>
                </a:ext>
              </a:extLst>
            </p:cNvPr>
            <p:cNvSpPr txBox="1"/>
            <p:nvPr/>
          </p:nvSpPr>
          <p:spPr>
            <a:xfrm>
              <a:off x="3042765" y="3609204"/>
              <a:ext cx="1183215" cy="3757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419" sz="800" dirty="0">
                  <a:latin typeface="Arial" panose="020B0604020202020204" pitchFamily="34" charset="0"/>
                  <a:cs typeface="Arial" panose="020B0604020202020204" pitchFamily="34" charset="0"/>
                </a:rPr>
                <a:t>About.html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97144B0-2B58-9587-7518-03247A33EBEA}"/>
                </a:ext>
              </a:extLst>
            </p:cNvPr>
            <p:cNvSpPr/>
            <p:nvPr/>
          </p:nvSpPr>
          <p:spPr>
            <a:xfrm>
              <a:off x="3141214" y="3972179"/>
              <a:ext cx="958960" cy="22376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419" sz="4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Header</a:t>
              </a:r>
              <a:endParaRPr lang="es-419" sz="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ACC6ED8-0180-2453-FD27-5E2B27C49828}"/>
                </a:ext>
              </a:extLst>
            </p:cNvPr>
            <p:cNvSpPr/>
            <p:nvPr/>
          </p:nvSpPr>
          <p:spPr>
            <a:xfrm>
              <a:off x="3141214" y="4254465"/>
              <a:ext cx="958960" cy="66209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419" sz="4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About</a:t>
              </a:r>
              <a:r>
                <a:rPr lang="es-419" sz="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Content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212CB08A-00FC-023F-17C0-97069853916C}"/>
                </a:ext>
              </a:extLst>
            </p:cNvPr>
            <p:cNvSpPr/>
            <p:nvPr/>
          </p:nvSpPr>
          <p:spPr>
            <a:xfrm>
              <a:off x="3141214" y="4959006"/>
              <a:ext cx="958960" cy="22376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419" sz="4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Footer</a:t>
              </a:r>
              <a:endParaRPr lang="es-419" sz="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774F3C76-7771-A7EA-762A-2A1A3442DE96}"/>
                </a:ext>
              </a:extLst>
            </p:cNvPr>
            <p:cNvSpPr/>
            <p:nvPr/>
          </p:nvSpPr>
          <p:spPr>
            <a:xfrm>
              <a:off x="5164844" y="3567596"/>
              <a:ext cx="1285592" cy="179258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 sz="105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E37E42E-9BB9-483C-4B13-6659846A3AD5}"/>
                </a:ext>
              </a:extLst>
            </p:cNvPr>
            <p:cNvSpPr txBox="1"/>
            <p:nvPr/>
          </p:nvSpPr>
          <p:spPr>
            <a:xfrm>
              <a:off x="5229358" y="3609204"/>
              <a:ext cx="1331398" cy="3757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419" sz="800" dirty="0">
                  <a:latin typeface="Arial" panose="020B0604020202020204" pitchFamily="34" charset="0"/>
                  <a:cs typeface="Arial" panose="020B0604020202020204" pitchFamily="34" charset="0"/>
                </a:rPr>
                <a:t>Contact.html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2ACDAD59-705B-77C6-4C93-D1FE19518A22}"/>
                </a:ext>
              </a:extLst>
            </p:cNvPr>
            <p:cNvSpPr/>
            <p:nvPr/>
          </p:nvSpPr>
          <p:spPr>
            <a:xfrm>
              <a:off x="5327807" y="3972179"/>
              <a:ext cx="958960" cy="22376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419" sz="4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Header</a:t>
              </a:r>
              <a:endParaRPr lang="es-419" sz="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1DB8362B-FA0A-6F19-EDA3-9FFF41DAF288}"/>
                </a:ext>
              </a:extLst>
            </p:cNvPr>
            <p:cNvSpPr/>
            <p:nvPr/>
          </p:nvSpPr>
          <p:spPr>
            <a:xfrm>
              <a:off x="5327807" y="4254465"/>
              <a:ext cx="958960" cy="66209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419" sz="4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Contact</a:t>
              </a:r>
              <a:r>
                <a:rPr lang="es-419" sz="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Content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3A785EC-41D3-5129-3C43-3CF66A96BC7C}"/>
                </a:ext>
              </a:extLst>
            </p:cNvPr>
            <p:cNvSpPr/>
            <p:nvPr/>
          </p:nvSpPr>
          <p:spPr>
            <a:xfrm>
              <a:off x="5327807" y="4959006"/>
              <a:ext cx="958960" cy="22376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419" sz="4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Footer</a:t>
              </a:r>
              <a:endParaRPr lang="es-419" sz="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BD72375A-1AED-CFD0-674D-BE862416317A}"/>
                </a:ext>
              </a:extLst>
            </p:cNvPr>
            <p:cNvSpPr/>
            <p:nvPr/>
          </p:nvSpPr>
          <p:spPr>
            <a:xfrm>
              <a:off x="7224504" y="3567596"/>
              <a:ext cx="1285592" cy="179258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 sz="105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8D4C68A-0451-9210-A7D4-465627396C7D}"/>
                </a:ext>
              </a:extLst>
            </p:cNvPr>
            <p:cNvSpPr txBox="1"/>
            <p:nvPr/>
          </p:nvSpPr>
          <p:spPr>
            <a:xfrm>
              <a:off x="7289017" y="3609204"/>
              <a:ext cx="1160848" cy="3757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419" sz="800" dirty="0">
                  <a:latin typeface="Arial" panose="020B0604020202020204" pitchFamily="34" charset="0"/>
                  <a:cs typeface="Arial" panose="020B0604020202020204" pitchFamily="34" charset="0"/>
                </a:rPr>
                <a:t>Sales.html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8EE50C7D-F3B5-36B4-9EC2-54FBE61D5094}"/>
                </a:ext>
              </a:extLst>
            </p:cNvPr>
            <p:cNvSpPr/>
            <p:nvPr/>
          </p:nvSpPr>
          <p:spPr>
            <a:xfrm>
              <a:off x="7387467" y="3972179"/>
              <a:ext cx="958960" cy="22376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419" sz="4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Header</a:t>
              </a:r>
              <a:endParaRPr lang="es-419" sz="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E67A509-76EA-2552-D05B-0D75DCD64DF5}"/>
                </a:ext>
              </a:extLst>
            </p:cNvPr>
            <p:cNvSpPr/>
            <p:nvPr/>
          </p:nvSpPr>
          <p:spPr>
            <a:xfrm>
              <a:off x="7387467" y="4254465"/>
              <a:ext cx="958960" cy="66209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419" sz="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Sales Content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1A7D18FE-5CFE-6D67-3E52-4377AFC16BA5}"/>
                </a:ext>
              </a:extLst>
            </p:cNvPr>
            <p:cNvSpPr/>
            <p:nvPr/>
          </p:nvSpPr>
          <p:spPr>
            <a:xfrm>
              <a:off x="7387467" y="4959006"/>
              <a:ext cx="958960" cy="22376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419" sz="4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Footer</a:t>
              </a:r>
              <a:endParaRPr lang="es-419" sz="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0D5DE72F-DD08-5EFD-4E92-8542A0578F7D}"/>
                </a:ext>
              </a:extLst>
            </p:cNvPr>
            <p:cNvSpPr/>
            <p:nvPr/>
          </p:nvSpPr>
          <p:spPr>
            <a:xfrm>
              <a:off x="579422" y="4232155"/>
              <a:ext cx="8077491" cy="720614"/>
            </a:xfrm>
            <a:prstGeom prst="rect">
              <a:avLst/>
            </a:prstGeom>
            <a:noFill/>
            <a:ln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 sz="1050"/>
            </a:p>
          </p:txBody>
        </p:sp>
      </p:grpSp>
      <p:sp>
        <p:nvSpPr>
          <p:cNvPr id="31" name="Rectangle 30">
            <a:extLst>
              <a:ext uri="{FF2B5EF4-FFF2-40B4-BE49-F238E27FC236}">
                <a16:creationId xmlns:a16="http://schemas.microsoft.com/office/drawing/2014/main" id="{D5695626-DAAC-8380-3A43-CB78976AC548}"/>
              </a:ext>
            </a:extLst>
          </p:cNvPr>
          <p:cNvSpPr/>
          <p:nvPr/>
        </p:nvSpPr>
        <p:spPr>
          <a:xfrm>
            <a:off x="805845" y="4722929"/>
            <a:ext cx="1285592" cy="179258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B7A0AAA-0668-4AC0-B094-200C01B2F539}"/>
              </a:ext>
            </a:extLst>
          </p:cNvPr>
          <p:cNvSpPr txBox="1"/>
          <p:nvPr/>
        </p:nvSpPr>
        <p:spPr>
          <a:xfrm>
            <a:off x="870358" y="4764538"/>
            <a:ext cx="9268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>
                <a:latin typeface="Arial" panose="020B0604020202020204" pitchFamily="34" charset="0"/>
                <a:cs typeface="Arial" panose="020B0604020202020204" pitchFamily="34" charset="0"/>
              </a:rPr>
              <a:t>Home.html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E9406ED-1696-B5CA-6A0D-037DB1A8BF6F}"/>
              </a:ext>
            </a:extLst>
          </p:cNvPr>
          <p:cNvSpPr/>
          <p:nvPr/>
        </p:nvSpPr>
        <p:spPr>
          <a:xfrm>
            <a:off x="968808" y="5127512"/>
            <a:ext cx="958960" cy="22376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9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Header</a:t>
            </a:r>
            <a:endParaRPr lang="es-419" sz="9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14A4AC9-A3A9-EFD2-1FCD-4E7CB8D07C01}"/>
              </a:ext>
            </a:extLst>
          </p:cNvPr>
          <p:cNvSpPr/>
          <p:nvPr/>
        </p:nvSpPr>
        <p:spPr>
          <a:xfrm>
            <a:off x="968808" y="5409798"/>
            <a:ext cx="958960" cy="66209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Home Content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D4C8ABF-C2FB-6496-C64B-7FC6EB4C8555}"/>
              </a:ext>
            </a:extLst>
          </p:cNvPr>
          <p:cNvSpPr/>
          <p:nvPr/>
        </p:nvSpPr>
        <p:spPr>
          <a:xfrm>
            <a:off x="968808" y="6114339"/>
            <a:ext cx="958960" cy="22376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9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Footer</a:t>
            </a:r>
            <a:endParaRPr lang="es-419" sz="9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E7EBA86-A7EF-E344-59DA-B196FFCCD633}"/>
              </a:ext>
            </a:extLst>
          </p:cNvPr>
          <p:cNvSpPr txBox="1"/>
          <p:nvPr/>
        </p:nvSpPr>
        <p:spPr>
          <a:xfrm>
            <a:off x="2214166" y="4706273"/>
            <a:ext cx="5132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/>
              <a:t>JS</a:t>
            </a:r>
          </a:p>
          <a:p>
            <a:r>
              <a:rPr lang="es-419" sz="1200" dirty="0"/>
              <a:t>DOM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9C858F7-C32E-936F-CC5F-161ABB0CE03C}"/>
              </a:ext>
            </a:extLst>
          </p:cNvPr>
          <p:cNvSpPr/>
          <p:nvPr/>
        </p:nvSpPr>
        <p:spPr>
          <a:xfrm>
            <a:off x="3126729" y="4648334"/>
            <a:ext cx="958960" cy="66209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Home Content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453D111-A587-F434-78AE-EC70038280EF}"/>
              </a:ext>
            </a:extLst>
          </p:cNvPr>
          <p:cNvSpPr/>
          <p:nvPr/>
        </p:nvSpPr>
        <p:spPr>
          <a:xfrm>
            <a:off x="3126729" y="5342223"/>
            <a:ext cx="958960" cy="66209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9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Abaout</a:t>
            </a:r>
            <a:r>
              <a:rPr lang="es-419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Content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56D07815-C828-E28E-DE26-893F740B21BD}"/>
              </a:ext>
            </a:extLst>
          </p:cNvPr>
          <p:cNvSpPr/>
          <p:nvPr/>
        </p:nvSpPr>
        <p:spPr>
          <a:xfrm>
            <a:off x="3126729" y="6025443"/>
            <a:ext cx="958960" cy="66209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Content Content</a:t>
            </a:r>
          </a:p>
        </p:txBody>
      </p:sp>
      <p:cxnSp>
        <p:nvCxnSpPr>
          <p:cNvPr id="100" name="Connector: Curved 99">
            <a:extLst>
              <a:ext uri="{FF2B5EF4-FFF2-40B4-BE49-F238E27FC236}">
                <a16:creationId xmlns:a16="http://schemas.microsoft.com/office/drawing/2014/main" id="{F4F5F828-9ABF-721F-216C-FE319C13FBE2}"/>
              </a:ext>
            </a:extLst>
          </p:cNvPr>
          <p:cNvCxnSpPr/>
          <p:nvPr/>
        </p:nvCxnSpPr>
        <p:spPr>
          <a:xfrm rot="10800000" flipV="1">
            <a:off x="1927769" y="4979382"/>
            <a:ext cx="1198961" cy="761464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: Curved 100">
            <a:extLst>
              <a:ext uri="{FF2B5EF4-FFF2-40B4-BE49-F238E27FC236}">
                <a16:creationId xmlns:a16="http://schemas.microsoft.com/office/drawing/2014/main" id="{9D6089E3-9339-87DB-6FFD-D2A7E20E8B96}"/>
              </a:ext>
            </a:extLst>
          </p:cNvPr>
          <p:cNvCxnSpPr/>
          <p:nvPr/>
        </p:nvCxnSpPr>
        <p:spPr>
          <a:xfrm rot="10800000" flipV="1">
            <a:off x="1927769" y="5673270"/>
            <a:ext cx="1198961" cy="67575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: Curved 101">
            <a:extLst>
              <a:ext uri="{FF2B5EF4-FFF2-40B4-BE49-F238E27FC236}">
                <a16:creationId xmlns:a16="http://schemas.microsoft.com/office/drawing/2014/main" id="{B3F6C350-C6C0-50B6-0E19-611D15760046}"/>
              </a:ext>
            </a:extLst>
          </p:cNvPr>
          <p:cNvCxnSpPr/>
          <p:nvPr/>
        </p:nvCxnSpPr>
        <p:spPr>
          <a:xfrm rot="10800000">
            <a:off x="1927769" y="5740847"/>
            <a:ext cx="1198961" cy="615645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: Curved 102">
            <a:extLst>
              <a:ext uri="{FF2B5EF4-FFF2-40B4-BE49-F238E27FC236}">
                <a16:creationId xmlns:a16="http://schemas.microsoft.com/office/drawing/2014/main" id="{395F659C-1198-1369-8341-A8B6234AE4E3}"/>
              </a:ext>
            </a:extLst>
          </p:cNvPr>
          <p:cNvCxnSpPr/>
          <p:nvPr/>
        </p:nvCxnSpPr>
        <p:spPr>
          <a:xfrm>
            <a:off x="4085689" y="4979382"/>
            <a:ext cx="6199048" cy="986852"/>
          </a:xfrm>
          <a:prstGeom prst="curvedConnector4">
            <a:avLst>
              <a:gd name="adj1" fmla="val 25683"/>
              <a:gd name="adj2" fmla="val 12316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: Curved 103">
            <a:extLst>
              <a:ext uri="{FF2B5EF4-FFF2-40B4-BE49-F238E27FC236}">
                <a16:creationId xmlns:a16="http://schemas.microsoft.com/office/drawing/2014/main" id="{7D005388-3A55-3540-EA0E-131FDA3CC854}"/>
              </a:ext>
            </a:extLst>
          </p:cNvPr>
          <p:cNvCxnSpPr/>
          <p:nvPr/>
        </p:nvCxnSpPr>
        <p:spPr>
          <a:xfrm>
            <a:off x="4085689" y="5673271"/>
            <a:ext cx="6199048" cy="292963"/>
          </a:xfrm>
          <a:prstGeom prst="curvedConnector4">
            <a:avLst>
              <a:gd name="adj1" fmla="val 24661"/>
              <a:gd name="adj2" fmla="val 17803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: Curved 104">
            <a:extLst>
              <a:ext uri="{FF2B5EF4-FFF2-40B4-BE49-F238E27FC236}">
                <a16:creationId xmlns:a16="http://schemas.microsoft.com/office/drawing/2014/main" id="{63FB79D6-6862-FE0A-0B28-705AFCB241CB}"/>
              </a:ext>
            </a:extLst>
          </p:cNvPr>
          <p:cNvCxnSpPr/>
          <p:nvPr/>
        </p:nvCxnSpPr>
        <p:spPr>
          <a:xfrm flipV="1">
            <a:off x="4085689" y="5966234"/>
            <a:ext cx="6199048" cy="390257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0C34C648-6261-1FED-07E7-22B3CF233FD4}"/>
              </a:ext>
            </a:extLst>
          </p:cNvPr>
          <p:cNvSpPr txBox="1"/>
          <p:nvPr/>
        </p:nvSpPr>
        <p:spPr>
          <a:xfrm>
            <a:off x="7034021" y="6297139"/>
            <a:ext cx="4931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/>
              <a:t>AJAX</a:t>
            </a:r>
          </a:p>
        </p:txBody>
      </p: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62D2B720-6F8C-0DBB-EFCE-C2DCE0A2D19C}"/>
              </a:ext>
            </a:extLst>
          </p:cNvPr>
          <p:cNvGrpSpPr/>
          <p:nvPr/>
        </p:nvGrpSpPr>
        <p:grpSpPr>
          <a:xfrm>
            <a:off x="5807994" y="3378868"/>
            <a:ext cx="1400599" cy="1079743"/>
            <a:chOff x="5807992" y="3378869"/>
            <a:chExt cx="2986747" cy="2302531"/>
          </a:xfrm>
        </p:grpSpPr>
        <p:sp>
          <p:nvSpPr>
            <p:cNvPr id="118" name="Scroll: Vertical 117">
              <a:extLst>
                <a:ext uri="{FF2B5EF4-FFF2-40B4-BE49-F238E27FC236}">
                  <a16:creationId xmlns:a16="http://schemas.microsoft.com/office/drawing/2014/main" id="{EE6F9276-126A-5CC5-C85D-40F7F450B00E}"/>
                </a:ext>
              </a:extLst>
            </p:cNvPr>
            <p:cNvSpPr/>
            <p:nvPr/>
          </p:nvSpPr>
          <p:spPr>
            <a:xfrm>
              <a:off x="5933500" y="3378869"/>
              <a:ext cx="532373" cy="514345"/>
            </a:xfrm>
            <a:prstGeom prst="verticalScroll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419" sz="1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JS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1C5359EC-BE85-9011-0653-4BCEB82BE6FC}"/>
                </a:ext>
              </a:extLst>
            </p:cNvPr>
            <p:cNvSpPr txBox="1"/>
            <p:nvPr/>
          </p:nvSpPr>
          <p:spPr>
            <a:xfrm>
              <a:off x="6522441" y="3497542"/>
              <a:ext cx="1474001" cy="3937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419" sz="600" dirty="0" err="1">
                  <a:latin typeface="Arial" panose="020B0604020202020204" pitchFamily="34" charset="0"/>
                  <a:cs typeface="Arial" panose="020B0604020202020204" pitchFamily="34" charset="0"/>
                </a:rPr>
                <a:t>xmlhttprequest</a:t>
              </a:r>
              <a:endParaRPr lang="es-419" sz="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20" name="Group 119">
              <a:extLst>
                <a:ext uri="{FF2B5EF4-FFF2-40B4-BE49-F238E27FC236}">
                  <a16:creationId xmlns:a16="http://schemas.microsoft.com/office/drawing/2014/main" id="{FD686738-EC97-4485-AEBE-4688E99A9EF1}"/>
                </a:ext>
              </a:extLst>
            </p:cNvPr>
            <p:cNvGrpSpPr/>
            <p:nvPr/>
          </p:nvGrpSpPr>
          <p:grpSpPr>
            <a:xfrm>
              <a:off x="5933667" y="4436007"/>
              <a:ext cx="839033" cy="524913"/>
              <a:chOff x="769545" y="1874210"/>
              <a:chExt cx="3675706" cy="2299580"/>
            </a:xfrm>
          </p:grpSpPr>
          <p:sp>
            <p:nvSpPr>
              <p:cNvPr id="126" name="Rectangle 125">
                <a:extLst>
                  <a:ext uri="{FF2B5EF4-FFF2-40B4-BE49-F238E27FC236}">
                    <a16:creationId xmlns:a16="http://schemas.microsoft.com/office/drawing/2014/main" id="{FCFB2C21-640F-EDD4-A535-FAFDFAF72E00}"/>
                  </a:ext>
                </a:extLst>
              </p:cNvPr>
              <p:cNvSpPr/>
              <p:nvPr/>
            </p:nvSpPr>
            <p:spPr>
              <a:xfrm>
                <a:off x="769545" y="1874210"/>
                <a:ext cx="3675706" cy="229958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419" sz="1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27" name="Straight Connector 126">
                <a:extLst>
                  <a:ext uri="{FF2B5EF4-FFF2-40B4-BE49-F238E27FC236}">
                    <a16:creationId xmlns:a16="http://schemas.microsoft.com/office/drawing/2014/main" id="{BA0F2516-5C6E-3211-D584-D3528214EA63}"/>
                  </a:ext>
                </a:extLst>
              </p:cNvPr>
              <p:cNvCxnSpPr/>
              <p:nvPr/>
            </p:nvCxnSpPr>
            <p:spPr>
              <a:xfrm>
                <a:off x="769545" y="2169315"/>
                <a:ext cx="3675706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21F38EA5-F5C8-9287-945A-69FD2A897D2B}"/>
                </a:ext>
              </a:extLst>
            </p:cNvPr>
            <p:cNvSpPr txBox="1"/>
            <p:nvPr/>
          </p:nvSpPr>
          <p:spPr>
            <a:xfrm>
              <a:off x="6743378" y="4746509"/>
              <a:ext cx="1914972" cy="3937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419" sz="600" dirty="0" err="1">
                  <a:latin typeface="Arial" panose="020B0604020202020204" pitchFamily="34" charset="0"/>
                  <a:cs typeface="Arial" panose="020B0604020202020204" pitchFamily="34" charset="0"/>
                </a:rPr>
                <a:t>Background</a:t>
              </a:r>
              <a:r>
                <a:rPr lang="es-419" sz="6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s-419" sz="600" dirty="0" err="1">
                  <a:latin typeface="Arial" panose="020B0604020202020204" pitchFamily="34" charset="0"/>
                  <a:cs typeface="Arial" panose="020B0604020202020204" pitchFamily="34" charset="0"/>
                </a:rPr>
                <a:t>Process</a:t>
              </a:r>
              <a:endParaRPr lang="es-419" sz="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EB0C1171-05D4-C57E-3586-C23019762FB6}"/>
                </a:ext>
              </a:extLst>
            </p:cNvPr>
            <p:cNvSpPr txBox="1"/>
            <p:nvPr/>
          </p:nvSpPr>
          <p:spPr>
            <a:xfrm>
              <a:off x="5861415" y="4169689"/>
              <a:ext cx="913388" cy="3937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419" sz="600" dirty="0" err="1">
                  <a:latin typeface="Arial" panose="020B0604020202020204" pitchFamily="34" charset="0"/>
                  <a:cs typeface="Arial" panose="020B0604020202020204" pitchFamily="34" charset="0"/>
                </a:rPr>
                <a:t>IFrame</a:t>
              </a:r>
              <a:endParaRPr lang="es-419" sz="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7687CECE-2F9A-25B4-EDF3-5F78D0B4DDB2}"/>
                </a:ext>
              </a:extLst>
            </p:cNvPr>
            <p:cNvSpPr txBox="1"/>
            <p:nvPr/>
          </p:nvSpPr>
          <p:spPr>
            <a:xfrm>
              <a:off x="6489381" y="3737631"/>
              <a:ext cx="1914972" cy="3937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419" sz="600" dirty="0" err="1">
                  <a:latin typeface="Arial" panose="020B0604020202020204" pitchFamily="34" charset="0"/>
                  <a:cs typeface="Arial" panose="020B0604020202020204" pitchFamily="34" charset="0"/>
                </a:rPr>
                <a:t>Background</a:t>
              </a:r>
              <a:r>
                <a:rPr lang="es-419" sz="6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s-419" sz="600" dirty="0" err="1">
                  <a:latin typeface="Arial" panose="020B0604020202020204" pitchFamily="34" charset="0"/>
                  <a:cs typeface="Arial" panose="020B0604020202020204" pitchFamily="34" charset="0"/>
                </a:rPr>
                <a:t>Process</a:t>
              </a:r>
              <a:endParaRPr lang="es-419" sz="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3A036362-4D86-FF1B-249C-AB46323719E7}"/>
                </a:ext>
              </a:extLst>
            </p:cNvPr>
            <p:cNvSpPr txBox="1"/>
            <p:nvPr/>
          </p:nvSpPr>
          <p:spPr>
            <a:xfrm>
              <a:off x="5807992" y="4995592"/>
              <a:ext cx="886041" cy="4922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419" sz="900" dirty="0"/>
                <a:t>AJAX</a:t>
              </a: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7ACB4433-A902-C998-787E-AC3D28C41DA5}"/>
                </a:ext>
              </a:extLst>
            </p:cNvPr>
            <p:cNvSpPr txBox="1"/>
            <p:nvPr/>
          </p:nvSpPr>
          <p:spPr>
            <a:xfrm>
              <a:off x="5837166" y="5287603"/>
              <a:ext cx="2957573" cy="3937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419" sz="600" dirty="0" err="1">
                  <a:latin typeface="Arial" panose="020B0604020202020204" pitchFamily="34" charset="0"/>
                  <a:cs typeface="Arial" panose="020B0604020202020204" pitchFamily="34" charset="0"/>
                </a:rPr>
                <a:t>Asynchronous</a:t>
              </a:r>
              <a:r>
                <a:rPr lang="es-419" sz="600" dirty="0">
                  <a:latin typeface="Arial" panose="020B0604020202020204" pitchFamily="34" charset="0"/>
                  <a:cs typeface="Arial" panose="020B0604020202020204" pitchFamily="34" charset="0"/>
                </a:rPr>
                <a:t> JavaScript and XML</a:t>
              </a:r>
            </a:p>
          </p:txBody>
        </p:sp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D35CCE98-CB46-D158-6C51-0B9A545ED1B5}"/>
              </a:ext>
            </a:extLst>
          </p:cNvPr>
          <p:cNvGrpSpPr/>
          <p:nvPr/>
        </p:nvGrpSpPr>
        <p:grpSpPr>
          <a:xfrm>
            <a:off x="7206331" y="3313012"/>
            <a:ext cx="1548141" cy="836282"/>
            <a:chOff x="5975040" y="4550457"/>
            <a:chExt cx="2687466" cy="1451728"/>
          </a:xfrm>
        </p:grpSpPr>
        <p:sp>
          <p:nvSpPr>
            <p:cNvPr id="129" name="Cube 128">
              <a:extLst>
                <a:ext uri="{FF2B5EF4-FFF2-40B4-BE49-F238E27FC236}">
                  <a16:creationId xmlns:a16="http://schemas.microsoft.com/office/drawing/2014/main" id="{CD69514A-2600-3824-ACCA-4E912B72C50F}"/>
                </a:ext>
              </a:extLst>
            </p:cNvPr>
            <p:cNvSpPr/>
            <p:nvPr/>
          </p:nvSpPr>
          <p:spPr>
            <a:xfrm>
              <a:off x="5975040" y="4894512"/>
              <a:ext cx="703337" cy="645259"/>
            </a:xfrm>
            <a:prstGeom prst="cub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98FEF1D6-9F3E-C9F3-A024-A2FFE233AF10}"/>
                </a:ext>
              </a:extLst>
            </p:cNvPr>
            <p:cNvSpPr txBox="1"/>
            <p:nvPr/>
          </p:nvSpPr>
          <p:spPr>
            <a:xfrm>
              <a:off x="6853192" y="4550457"/>
              <a:ext cx="1433648" cy="5342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419" sz="700" dirty="0"/>
                <a:t>JQuery - Library</a:t>
              </a:r>
            </a:p>
            <a:p>
              <a:r>
                <a:rPr lang="es-419" sz="700" dirty="0" err="1"/>
                <a:t>Moment</a:t>
              </a:r>
              <a:r>
                <a:rPr lang="es-419" sz="700" dirty="0"/>
                <a:t> - Library</a:t>
              </a: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2B8CA967-FA89-349C-1E61-F6A5EC335EC8}"/>
                </a:ext>
              </a:extLst>
            </p:cNvPr>
            <p:cNvSpPr txBox="1"/>
            <p:nvPr/>
          </p:nvSpPr>
          <p:spPr>
            <a:xfrm>
              <a:off x="6853192" y="5093911"/>
              <a:ext cx="1809314" cy="9082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419" sz="700" dirty="0" err="1"/>
                <a:t>AngularJS</a:t>
              </a:r>
              <a:r>
                <a:rPr lang="es-419" sz="700" dirty="0"/>
                <a:t> – Framework</a:t>
              </a:r>
            </a:p>
            <a:p>
              <a:r>
                <a:rPr lang="es-419" sz="700" dirty="0" err="1"/>
                <a:t>ReactJS</a:t>
              </a:r>
              <a:r>
                <a:rPr lang="es-419" sz="700" dirty="0"/>
                <a:t> – (Library)</a:t>
              </a:r>
            </a:p>
            <a:p>
              <a:r>
                <a:rPr lang="es-419" sz="700" dirty="0" err="1"/>
                <a:t>VueJS</a:t>
              </a:r>
              <a:r>
                <a:rPr lang="es-419" sz="700" dirty="0"/>
                <a:t> – Framework</a:t>
              </a:r>
            </a:p>
            <a:p>
              <a:r>
                <a:rPr lang="es-419" sz="700" dirty="0" err="1"/>
                <a:t>ExtJS</a:t>
              </a:r>
              <a:r>
                <a:rPr lang="es-419" sz="700" dirty="0"/>
                <a:t> - Framework</a:t>
              </a:r>
            </a:p>
          </p:txBody>
        </p:sp>
      </p:grpSp>
      <p:sp>
        <p:nvSpPr>
          <p:cNvPr id="132" name="Cube 131">
            <a:extLst>
              <a:ext uri="{FF2B5EF4-FFF2-40B4-BE49-F238E27FC236}">
                <a16:creationId xmlns:a16="http://schemas.microsoft.com/office/drawing/2014/main" id="{4A8BE2BE-5145-F477-9E59-14A89B757A8E}"/>
              </a:ext>
            </a:extLst>
          </p:cNvPr>
          <p:cNvSpPr/>
          <p:nvPr/>
        </p:nvSpPr>
        <p:spPr>
          <a:xfrm>
            <a:off x="7117922" y="5488164"/>
            <a:ext cx="405164" cy="371708"/>
          </a:xfrm>
          <a:prstGeom prst="cub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FDFA2844-FC94-5D76-8B23-4E9DC5A9E5A5}"/>
              </a:ext>
            </a:extLst>
          </p:cNvPr>
          <p:cNvSpPr txBox="1"/>
          <p:nvPr/>
        </p:nvSpPr>
        <p:spPr>
          <a:xfrm>
            <a:off x="7606064" y="5217672"/>
            <a:ext cx="94288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>
                <a:latin typeface="Arial" panose="020B0604020202020204" pitchFamily="34" charset="0"/>
                <a:cs typeface="Arial" panose="020B0604020202020204" pitchFamily="34" charset="0"/>
              </a:rPr>
              <a:t>Angular (2)</a:t>
            </a:r>
          </a:p>
          <a:p>
            <a:r>
              <a:rPr lang="es-419" sz="1200" dirty="0" err="1">
                <a:latin typeface="Arial" panose="020B0604020202020204" pitchFamily="34" charset="0"/>
                <a:cs typeface="Arial" panose="020B0604020202020204" pitchFamily="34" charset="0"/>
              </a:rPr>
              <a:t>React</a:t>
            </a:r>
            <a:r>
              <a:rPr lang="es-419" sz="1200" dirty="0">
                <a:latin typeface="Arial" panose="020B0604020202020204" pitchFamily="34" charset="0"/>
                <a:cs typeface="Arial" panose="020B0604020202020204" pitchFamily="34" charset="0"/>
              </a:rPr>
              <a:t>**</a:t>
            </a:r>
          </a:p>
          <a:p>
            <a:r>
              <a:rPr lang="es-419" sz="1200" dirty="0" err="1">
                <a:latin typeface="Arial" panose="020B0604020202020204" pitchFamily="34" charset="0"/>
                <a:cs typeface="Arial" panose="020B0604020202020204" pitchFamily="34" charset="0"/>
              </a:rPr>
              <a:t>Vue</a:t>
            </a:r>
            <a:r>
              <a:rPr lang="es-419" sz="1200" dirty="0">
                <a:latin typeface="Arial" panose="020B0604020202020204" pitchFamily="34" charset="0"/>
                <a:cs typeface="Arial" panose="020B0604020202020204" pitchFamily="34" charset="0"/>
              </a:rPr>
              <a:t> (2)</a:t>
            </a:r>
          </a:p>
          <a:p>
            <a:r>
              <a:rPr lang="es-419" sz="1200" dirty="0" err="1">
                <a:latin typeface="Arial" panose="020B0604020202020204" pitchFamily="34" charset="0"/>
                <a:cs typeface="Arial" panose="020B0604020202020204" pitchFamily="34" charset="0"/>
              </a:rPr>
              <a:t>Svelte</a:t>
            </a:r>
            <a:endParaRPr lang="es-419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91934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F6C1D83-EE40-E163-5E7A-18A9BAE32D14}"/>
              </a:ext>
            </a:extLst>
          </p:cNvPr>
          <p:cNvSpPr/>
          <p:nvPr/>
        </p:nvSpPr>
        <p:spPr>
          <a:xfrm>
            <a:off x="769545" y="760491"/>
            <a:ext cx="3675706" cy="22995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D2D3472-BBEB-31D9-8BE8-C3F99D3609D0}"/>
              </a:ext>
            </a:extLst>
          </p:cNvPr>
          <p:cNvCxnSpPr/>
          <p:nvPr/>
        </p:nvCxnSpPr>
        <p:spPr>
          <a:xfrm>
            <a:off x="769545" y="1055596"/>
            <a:ext cx="367570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0877646-5E54-70BD-543C-C1FC379E38F3}"/>
              </a:ext>
            </a:extLst>
          </p:cNvPr>
          <p:cNvSpPr txBox="1"/>
          <p:nvPr/>
        </p:nvSpPr>
        <p:spPr>
          <a:xfrm>
            <a:off x="805845" y="787650"/>
            <a:ext cx="21302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>
                <a:latin typeface="Arial" panose="020B0604020202020204" pitchFamily="34" charset="0"/>
                <a:cs typeface="Arial" panose="020B0604020202020204" pitchFamily="34" charset="0"/>
              </a:rPr>
              <a:t>www.myapp.com/Home.html</a:t>
            </a:r>
          </a:p>
        </p:txBody>
      </p:sp>
      <p:pic>
        <p:nvPicPr>
          <p:cNvPr id="5" name="Picture 2" descr="Refresh page option - Free arrows icons">
            <a:extLst>
              <a:ext uri="{FF2B5EF4-FFF2-40B4-BE49-F238E27FC236}">
                <a16:creationId xmlns:a16="http://schemas.microsoft.com/office/drawing/2014/main" id="{E00F2A45-8616-1CAA-4FB2-094736FFCC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4162" y="1460164"/>
            <a:ext cx="990999" cy="990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080D0EBF-50B2-9E47-6C49-F6ED4E8EA7F8}"/>
              </a:ext>
            </a:extLst>
          </p:cNvPr>
          <p:cNvSpPr txBox="1"/>
          <p:nvPr/>
        </p:nvSpPr>
        <p:spPr>
          <a:xfrm>
            <a:off x="6409785" y="1125713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/>
              <a:t>DOM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222EA75-7F1A-B867-1851-DF791D313706}"/>
              </a:ext>
            </a:extLst>
          </p:cNvPr>
          <p:cNvCxnSpPr>
            <a:stCxn id="39" idx="2"/>
          </p:cNvCxnSpPr>
          <p:nvPr/>
        </p:nvCxnSpPr>
        <p:spPr>
          <a:xfrm>
            <a:off x="6748179" y="1495045"/>
            <a:ext cx="22668" cy="12105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8617BE62-D0E1-4B15-1F5F-4B7619EF9696}"/>
              </a:ext>
            </a:extLst>
          </p:cNvPr>
          <p:cNvSpPr txBox="1"/>
          <p:nvPr/>
        </p:nvSpPr>
        <p:spPr>
          <a:xfrm>
            <a:off x="5852011" y="1409070"/>
            <a:ext cx="8835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 err="1">
                <a:latin typeface="Arial" panose="020B0604020202020204" pitchFamily="34" charset="0"/>
                <a:cs typeface="Arial" panose="020B0604020202020204" pitchFamily="34" charset="0"/>
              </a:rPr>
              <a:t>Document</a:t>
            </a:r>
            <a:endParaRPr lang="es-419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E30CF096-0B78-900E-D5C0-0FFCB50D035B}"/>
              </a:ext>
            </a:extLst>
          </p:cNvPr>
          <p:cNvCxnSpPr/>
          <p:nvPr/>
        </p:nvCxnSpPr>
        <p:spPr>
          <a:xfrm>
            <a:off x="6770847" y="1686069"/>
            <a:ext cx="74352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26EA2ED-A495-1F42-9224-7A10180E86E2}"/>
              </a:ext>
            </a:extLst>
          </p:cNvPr>
          <p:cNvCxnSpPr/>
          <p:nvPr/>
        </p:nvCxnSpPr>
        <p:spPr>
          <a:xfrm>
            <a:off x="6770847" y="2009869"/>
            <a:ext cx="74352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740DE531-D503-7AE6-1202-12CF091E92E1}"/>
              </a:ext>
            </a:extLst>
          </p:cNvPr>
          <p:cNvCxnSpPr/>
          <p:nvPr/>
        </p:nvCxnSpPr>
        <p:spPr>
          <a:xfrm>
            <a:off x="6770847" y="2381061"/>
            <a:ext cx="74352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8E344027-0AA9-8E8B-2920-D6FC793A9901}"/>
              </a:ext>
            </a:extLst>
          </p:cNvPr>
          <p:cNvSpPr/>
          <p:nvPr/>
        </p:nvSpPr>
        <p:spPr>
          <a:xfrm>
            <a:off x="7514376" y="1601268"/>
            <a:ext cx="162963" cy="162963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71E17E2-1A6C-0089-32D0-79DC0F9F0B99}"/>
              </a:ext>
            </a:extLst>
          </p:cNvPr>
          <p:cNvSpPr txBox="1"/>
          <p:nvPr/>
        </p:nvSpPr>
        <p:spPr>
          <a:xfrm>
            <a:off x="7700558" y="1544249"/>
            <a:ext cx="6864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 err="1">
                <a:latin typeface="Arial" panose="020B0604020202020204" pitchFamily="34" charset="0"/>
                <a:cs typeface="Arial" panose="020B0604020202020204" pitchFamily="34" charset="0"/>
              </a:rPr>
              <a:t>Header</a:t>
            </a:r>
            <a:endParaRPr lang="es-419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AD9FACB-A8FB-8F4B-BAD8-D361B27CD03B}"/>
              </a:ext>
            </a:extLst>
          </p:cNvPr>
          <p:cNvSpPr txBox="1"/>
          <p:nvPr/>
        </p:nvSpPr>
        <p:spPr>
          <a:xfrm>
            <a:off x="7700558" y="1871369"/>
            <a:ext cx="5341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 err="1">
                <a:latin typeface="Arial" panose="020B0604020202020204" pitchFamily="34" charset="0"/>
                <a:cs typeface="Arial" panose="020B0604020202020204" pitchFamily="34" charset="0"/>
              </a:rPr>
              <a:t>Body</a:t>
            </a:r>
            <a:endParaRPr lang="es-419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9BE37C9-197F-80E9-AB61-50C4B029A471}"/>
              </a:ext>
            </a:extLst>
          </p:cNvPr>
          <p:cNvSpPr txBox="1"/>
          <p:nvPr/>
        </p:nvSpPr>
        <p:spPr>
          <a:xfrm>
            <a:off x="7700558" y="2242561"/>
            <a:ext cx="6286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 err="1">
                <a:latin typeface="Arial" panose="020B0604020202020204" pitchFamily="34" charset="0"/>
                <a:cs typeface="Arial" panose="020B0604020202020204" pitchFamily="34" charset="0"/>
              </a:rPr>
              <a:t>Footer</a:t>
            </a:r>
            <a:endParaRPr lang="es-419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6E36A23A-9D6F-A564-BE69-12665C822C96}"/>
              </a:ext>
            </a:extLst>
          </p:cNvPr>
          <p:cNvSpPr/>
          <p:nvPr/>
        </p:nvSpPr>
        <p:spPr>
          <a:xfrm>
            <a:off x="7514376" y="1919945"/>
            <a:ext cx="162963" cy="162963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770BA8E3-5B8B-8665-CA82-A5CBE6EE2443}"/>
              </a:ext>
            </a:extLst>
          </p:cNvPr>
          <p:cNvSpPr/>
          <p:nvPr/>
        </p:nvSpPr>
        <p:spPr>
          <a:xfrm>
            <a:off x="7514376" y="2319822"/>
            <a:ext cx="162963" cy="162963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8214770-6FE4-9074-9595-BB050EE2EE72}"/>
              </a:ext>
            </a:extLst>
          </p:cNvPr>
          <p:cNvSpPr txBox="1"/>
          <p:nvPr/>
        </p:nvSpPr>
        <p:spPr>
          <a:xfrm>
            <a:off x="4648599" y="679595"/>
            <a:ext cx="20661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>
                <a:latin typeface="Arial" panose="020B0604020202020204" pitchFamily="34" charset="0"/>
                <a:cs typeface="Arial" panose="020B0604020202020204" pitchFamily="34" charset="0"/>
              </a:rPr>
              <a:t>www.myapp.com/</a:t>
            </a:r>
            <a:r>
              <a:rPr lang="es-419" sz="1200" b="1" dirty="0">
                <a:latin typeface="Arial" panose="020B0604020202020204" pitchFamily="34" charset="0"/>
                <a:cs typeface="Arial" panose="020B0604020202020204" pitchFamily="34" charset="0"/>
              </a:rPr>
              <a:t>About.</a:t>
            </a:r>
            <a:r>
              <a:rPr lang="es-419" sz="1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F02C664-054C-BC75-31B6-D71EBD3DB06E}"/>
              </a:ext>
            </a:extLst>
          </p:cNvPr>
          <p:cNvSpPr txBox="1"/>
          <p:nvPr/>
        </p:nvSpPr>
        <p:spPr>
          <a:xfrm>
            <a:off x="7095626" y="647956"/>
            <a:ext cx="7553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 err="1">
                <a:latin typeface="Arial" panose="020B0604020202020204" pitchFamily="34" charset="0"/>
                <a:cs typeface="Arial" panose="020B0604020202020204" pitchFamily="34" charset="0"/>
              </a:rPr>
              <a:t>Rewriter</a:t>
            </a:r>
            <a:endParaRPr lang="es-419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A2D862B-5BBE-EAE2-DAF6-2399FC9FD9D6}"/>
              </a:ext>
            </a:extLst>
          </p:cNvPr>
          <p:cNvSpPr txBox="1"/>
          <p:nvPr/>
        </p:nvSpPr>
        <p:spPr>
          <a:xfrm>
            <a:off x="4648599" y="942692"/>
            <a:ext cx="18769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>
                <a:latin typeface="Arial" panose="020B0604020202020204" pitchFamily="34" charset="0"/>
                <a:cs typeface="Arial" panose="020B0604020202020204" pitchFamily="34" charset="0"/>
              </a:rPr>
              <a:t>www.myapp.com/</a:t>
            </a:r>
            <a:r>
              <a:rPr lang="es-419" sz="1200" b="1" dirty="0">
                <a:latin typeface="Arial" panose="020B0604020202020204" pitchFamily="34" charset="0"/>
                <a:cs typeface="Arial" panose="020B0604020202020204" pitchFamily="34" charset="0"/>
              </a:rPr>
              <a:t>About</a:t>
            </a:r>
            <a:endParaRPr lang="es-419" sz="12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90A143B-C159-4D98-2D18-F2E0881F9D9F}"/>
              </a:ext>
            </a:extLst>
          </p:cNvPr>
          <p:cNvGrpSpPr/>
          <p:nvPr/>
        </p:nvGrpSpPr>
        <p:grpSpPr>
          <a:xfrm>
            <a:off x="709752" y="3321681"/>
            <a:ext cx="4631192" cy="1027771"/>
            <a:chOff x="579422" y="3567596"/>
            <a:chExt cx="8077491" cy="1792586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F1F81EE-7565-5A63-92EF-9BA3E3ABD6CC}"/>
                </a:ext>
              </a:extLst>
            </p:cNvPr>
            <p:cNvSpPr/>
            <p:nvPr/>
          </p:nvSpPr>
          <p:spPr>
            <a:xfrm>
              <a:off x="805845" y="3567596"/>
              <a:ext cx="1285592" cy="179258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 sz="105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56DAD60-33CC-1FBF-6EE8-686EC98BFC2A}"/>
                </a:ext>
              </a:extLst>
            </p:cNvPr>
            <p:cNvSpPr txBox="1"/>
            <p:nvPr/>
          </p:nvSpPr>
          <p:spPr>
            <a:xfrm>
              <a:off x="870358" y="3609204"/>
              <a:ext cx="1188807" cy="3757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419" sz="800" dirty="0">
                  <a:latin typeface="Arial" panose="020B0604020202020204" pitchFamily="34" charset="0"/>
                  <a:cs typeface="Arial" panose="020B0604020202020204" pitchFamily="34" charset="0"/>
                </a:rPr>
                <a:t>Home.html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98B3DF5-C4B8-DEDD-9FF9-E6DC14AE3F4A}"/>
                </a:ext>
              </a:extLst>
            </p:cNvPr>
            <p:cNvSpPr/>
            <p:nvPr/>
          </p:nvSpPr>
          <p:spPr>
            <a:xfrm>
              <a:off x="968808" y="3972179"/>
              <a:ext cx="958960" cy="22376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419" sz="4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Header</a:t>
              </a:r>
              <a:endParaRPr lang="es-419" sz="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04996C7-1454-C031-B408-6BC724899119}"/>
                </a:ext>
              </a:extLst>
            </p:cNvPr>
            <p:cNvSpPr/>
            <p:nvPr/>
          </p:nvSpPr>
          <p:spPr>
            <a:xfrm>
              <a:off x="968808" y="4254465"/>
              <a:ext cx="958960" cy="66209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419" sz="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Home Content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F3CD80D-FD7E-015D-ED13-F19FE45C344F}"/>
                </a:ext>
              </a:extLst>
            </p:cNvPr>
            <p:cNvSpPr/>
            <p:nvPr/>
          </p:nvSpPr>
          <p:spPr>
            <a:xfrm>
              <a:off x="968808" y="4959006"/>
              <a:ext cx="958960" cy="22376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419" sz="4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Footer</a:t>
              </a:r>
              <a:endParaRPr lang="es-419" sz="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AD56521-206A-F74D-6FC3-3CD580E6728B}"/>
                </a:ext>
              </a:extLst>
            </p:cNvPr>
            <p:cNvSpPr/>
            <p:nvPr/>
          </p:nvSpPr>
          <p:spPr>
            <a:xfrm>
              <a:off x="2978251" y="3567596"/>
              <a:ext cx="1285592" cy="179258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 sz="105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A5F210E-7164-80F4-FFD0-C6A135ED35FB}"/>
                </a:ext>
              </a:extLst>
            </p:cNvPr>
            <p:cNvSpPr txBox="1"/>
            <p:nvPr/>
          </p:nvSpPr>
          <p:spPr>
            <a:xfrm>
              <a:off x="3042765" y="3609204"/>
              <a:ext cx="1183215" cy="3757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419" sz="800" dirty="0">
                  <a:latin typeface="Arial" panose="020B0604020202020204" pitchFamily="34" charset="0"/>
                  <a:cs typeface="Arial" panose="020B0604020202020204" pitchFamily="34" charset="0"/>
                </a:rPr>
                <a:t>About.html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97144B0-2B58-9587-7518-03247A33EBEA}"/>
                </a:ext>
              </a:extLst>
            </p:cNvPr>
            <p:cNvSpPr/>
            <p:nvPr/>
          </p:nvSpPr>
          <p:spPr>
            <a:xfrm>
              <a:off x="3141214" y="3972179"/>
              <a:ext cx="958960" cy="22376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419" sz="4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Header</a:t>
              </a:r>
              <a:endParaRPr lang="es-419" sz="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ACC6ED8-0180-2453-FD27-5E2B27C49828}"/>
                </a:ext>
              </a:extLst>
            </p:cNvPr>
            <p:cNvSpPr/>
            <p:nvPr/>
          </p:nvSpPr>
          <p:spPr>
            <a:xfrm>
              <a:off x="3141214" y="4254465"/>
              <a:ext cx="958960" cy="66209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419" sz="4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About</a:t>
              </a:r>
              <a:r>
                <a:rPr lang="es-419" sz="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Content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212CB08A-00FC-023F-17C0-97069853916C}"/>
                </a:ext>
              </a:extLst>
            </p:cNvPr>
            <p:cNvSpPr/>
            <p:nvPr/>
          </p:nvSpPr>
          <p:spPr>
            <a:xfrm>
              <a:off x="3141214" y="4959006"/>
              <a:ext cx="958960" cy="22376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419" sz="4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Footer</a:t>
              </a:r>
              <a:endParaRPr lang="es-419" sz="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774F3C76-7771-A7EA-762A-2A1A3442DE96}"/>
                </a:ext>
              </a:extLst>
            </p:cNvPr>
            <p:cNvSpPr/>
            <p:nvPr/>
          </p:nvSpPr>
          <p:spPr>
            <a:xfrm>
              <a:off x="5164844" y="3567596"/>
              <a:ext cx="1285592" cy="179258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 sz="105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E37E42E-9BB9-483C-4B13-6659846A3AD5}"/>
                </a:ext>
              </a:extLst>
            </p:cNvPr>
            <p:cNvSpPr txBox="1"/>
            <p:nvPr/>
          </p:nvSpPr>
          <p:spPr>
            <a:xfrm>
              <a:off x="5229358" y="3609204"/>
              <a:ext cx="1331398" cy="3757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419" sz="800" dirty="0">
                  <a:latin typeface="Arial" panose="020B0604020202020204" pitchFamily="34" charset="0"/>
                  <a:cs typeface="Arial" panose="020B0604020202020204" pitchFamily="34" charset="0"/>
                </a:rPr>
                <a:t>Contact.html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2ACDAD59-705B-77C6-4C93-D1FE19518A22}"/>
                </a:ext>
              </a:extLst>
            </p:cNvPr>
            <p:cNvSpPr/>
            <p:nvPr/>
          </p:nvSpPr>
          <p:spPr>
            <a:xfrm>
              <a:off x="5327807" y="3972179"/>
              <a:ext cx="958960" cy="22376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419" sz="4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Header</a:t>
              </a:r>
              <a:endParaRPr lang="es-419" sz="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1DB8362B-FA0A-6F19-EDA3-9FFF41DAF288}"/>
                </a:ext>
              </a:extLst>
            </p:cNvPr>
            <p:cNvSpPr/>
            <p:nvPr/>
          </p:nvSpPr>
          <p:spPr>
            <a:xfrm>
              <a:off x="5327807" y="4254465"/>
              <a:ext cx="958960" cy="66209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419" sz="4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Contact</a:t>
              </a:r>
              <a:r>
                <a:rPr lang="es-419" sz="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Content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3A785EC-41D3-5129-3C43-3CF66A96BC7C}"/>
                </a:ext>
              </a:extLst>
            </p:cNvPr>
            <p:cNvSpPr/>
            <p:nvPr/>
          </p:nvSpPr>
          <p:spPr>
            <a:xfrm>
              <a:off x="5327807" y="4959006"/>
              <a:ext cx="958960" cy="22376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419" sz="4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Footer</a:t>
              </a:r>
              <a:endParaRPr lang="es-419" sz="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BD72375A-1AED-CFD0-674D-BE862416317A}"/>
                </a:ext>
              </a:extLst>
            </p:cNvPr>
            <p:cNvSpPr/>
            <p:nvPr/>
          </p:nvSpPr>
          <p:spPr>
            <a:xfrm>
              <a:off x="7224504" y="3567596"/>
              <a:ext cx="1285592" cy="179258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 sz="105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8D4C68A-0451-9210-A7D4-465627396C7D}"/>
                </a:ext>
              </a:extLst>
            </p:cNvPr>
            <p:cNvSpPr txBox="1"/>
            <p:nvPr/>
          </p:nvSpPr>
          <p:spPr>
            <a:xfrm>
              <a:off x="7289017" y="3609204"/>
              <a:ext cx="1160848" cy="3757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419" sz="800" dirty="0">
                  <a:latin typeface="Arial" panose="020B0604020202020204" pitchFamily="34" charset="0"/>
                  <a:cs typeface="Arial" panose="020B0604020202020204" pitchFamily="34" charset="0"/>
                </a:rPr>
                <a:t>Sales.html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8EE50C7D-F3B5-36B4-9EC2-54FBE61D5094}"/>
                </a:ext>
              </a:extLst>
            </p:cNvPr>
            <p:cNvSpPr/>
            <p:nvPr/>
          </p:nvSpPr>
          <p:spPr>
            <a:xfrm>
              <a:off x="7387467" y="3972179"/>
              <a:ext cx="958960" cy="22376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419" sz="4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Header</a:t>
              </a:r>
              <a:endParaRPr lang="es-419" sz="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E67A509-76EA-2552-D05B-0D75DCD64DF5}"/>
                </a:ext>
              </a:extLst>
            </p:cNvPr>
            <p:cNvSpPr/>
            <p:nvPr/>
          </p:nvSpPr>
          <p:spPr>
            <a:xfrm>
              <a:off x="7387467" y="4254465"/>
              <a:ext cx="958960" cy="66209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419" sz="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Sales Content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1A7D18FE-5CFE-6D67-3E52-4377AFC16BA5}"/>
                </a:ext>
              </a:extLst>
            </p:cNvPr>
            <p:cNvSpPr/>
            <p:nvPr/>
          </p:nvSpPr>
          <p:spPr>
            <a:xfrm>
              <a:off x="7387467" y="4959006"/>
              <a:ext cx="958960" cy="22376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419" sz="4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Footer</a:t>
              </a:r>
              <a:endParaRPr lang="es-419" sz="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0D5DE72F-DD08-5EFD-4E92-8542A0578F7D}"/>
                </a:ext>
              </a:extLst>
            </p:cNvPr>
            <p:cNvSpPr/>
            <p:nvPr/>
          </p:nvSpPr>
          <p:spPr>
            <a:xfrm>
              <a:off x="579422" y="4232155"/>
              <a:ext cx="8077491" cy="720614"/>
            </a:xfrm>
            <a:prstGeom prst="rect">
              <a:avLst/>
            </a:prstGeom>
            <a:noFill/>
            <a:ln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 sz="1050"/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62D2B720-6F8C-0DBB-EFCE-C2DCE0A2D19C}"/>
              </a:ext>
            </a:extLst>
          </p:cNvPr>
          <p:cNvGrpSpPr/>
          <p:nvPr/>
        </p:nvGrpSpPr>
        <p:grpSpPr>
          <a:xfrm>
            <a:off x="5807994" y="3378868"/>
            <a:ext cx="1400599" cy="1079743"/>
            <a:chOff x="5807992" y="3378869"/>
            <a:chExt cx="2986747" cy="2302531"/>
          </a:xfrm>
        </p:grpSpPr>
        <p:sp>
          <p:nvSpPr>
            <p:cNvPr id="118" name="Scroll: Vertical 117">
              <a:extLst>
                <a:ext uri="{FF2B5EF4-FFF2-40B4-BE49-F238E27FC236}">
                  <a16:creationId xmlns:a16="http://schemas.microsoft.com/office/drawing/2014/main" id="{EE6F9276-126A-5CC5-C85D-40F7F450B00E}"/>
                </a:ext>
              </a:extLst>
            </p:cNvPr>
            <p:cNvSpPr/>
            <p:nvPr/>
          </p:nvSpPr>
          <p:spPr>
            <a:xfrm>
              <a:off x="5933500" y="3378869"/>
              <a:ext cx="532373" cy="514345"/>
            </a:xfrm>
            <a:prstGeom prst="verticalScroll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419" sz="1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JS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1C5359EC-BE85-9011-0653-4BCEB82BE6FC}"/>
                </a:ext>
              </a:extLst>
            </p:cNvPr>
            <p:cNvSpPr txBox="1"/>
            <p:nvPr/>
          </p:nvSpPr>
          <p:spPr>
            <a:xfrm>
              <a:off x="6522441" y="3497542"/>
              <a:ext cx="1474001" cy="3937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419" sz="600" dirty="0" err="1">
                  <a:latin typeface="Arial" panose="020B0604020202020204" pitchFamily="34" charset="0"/>
                  <a:cs typeface="Arial" panose="020B0604020202020204" pitchFamily="34" charset="0"/>
                </a:rPr>
                <a:t>xmlhttprequest</a:t>
              </a:r>
              <a:endParaRPr lang="es-419" sz="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20" name="Group 119">
              <a:extLst>
                <a:ext uri="{FF2B5EF4-FFF2-40B4-BE49-F238E27FC236}">
                  <a16:creationId xmlns:a16="http://schemas.microsoft.com/office/drawing/2014/main" id="{FD686738-EC97-4485-AEBE-4688E99A9EF1}"/>
                </a:ext>
              </a:extLst>
            </p:cNvPr>
            <p:cNvGrpSpPr/>
            <p:nvPr/>
          </p:nvGrpSpPr>
          <p:grpSpPr>
            <a:xfrm>
              <a:off x="5933667" y="4436007"/>
              <a:ext cx="839033" cy="524913"/>
              <a:chOff x="769545" y="1874210"/>
              <a:chExt cx="3675706" cy="2299580"/>
            </a:xfrm>
          </p:grpSpPr>
          <p:sp>
            <p:nvSpPr>
              <p:cNvPr id="126" name="Rectangle 125">
                <a:extLst>
                  <a:ext uri="{FF2B5EF4-FFF2-40B4-BE49-F238E27FC236}">
                    <a16:creationId xmlns:a16="http://schemas.microsoft.com/office/drawing/2014/main" id="{FCFB2C21-640F-EDD4-A535-FAFDFAF72E00}"/>
                  </a:ext>
                </a:extLst>
              </p:cNvPr>
              <p:cNvSpPr/>
              <p:nvPr/>
            </p:nvSpPr>
            <p:spPr>
              <a:xfrm>
                <a:off x="769545" y="1874210"/>
                <a:ext cx="3675706" cy="229958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419" sz="1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27" name="Straight Connector 126">
                <a:extLst>
                  <a:ext uri="{FF2B5EF4-FFF2-40B4-BE49-F238E27FC236}">
                    <a16:creationId xmlns:a16="http://schemas.microsoft.com/office/drawing/2014/main" id="{BA0F2516-5C6E-3211-D584-D3528214EA63}"/>
                  </a:ext>
                </a:extLst>
              </p:cNvPr>
              <p:cNvCxnSpPr/>
              <p:nvPr/>
            </p:nvCxnSpPr>
            <p:spPr>
              <a:xfrm>
                <a:off x="769545" y="2169315"/>
                <a:ext cx="3675706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21F38EA5-F5C8-9287-945A-69FD2A897D2B}"/>
                </a:ext>
              </a:extLst>
            </p:cNvPr>
            <p:cNvSpPr txBox="1"/>
            <p:nvPr/>
          </p:nvSpPr>
          <p:spPr>
            <a:xfrm>
              <a:off x="6743378" y="4746509"/>
              <a:ext cx="1914972" cy="3937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419" sz="600" dirty="0" err="1">
                  <a:latin typeface="Arial" panose="020B0604020202020204" pitchFamily="34" charset="0"/>
                  <a:cs typeface="Arial" panose="020B0604020202020204" pitchFamily="34" charset="0"/>
                </a:rPr>
                <a:t>Background</a:t>
              </a:r>
              <a:r>
                <a:rPr lang="es-419" sz="6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s-419" sz="600" dirty="0" err="1">
                  <a:latin typeface="Arial" panose="020B0604020202020204" pitchFamily="34" charset="0"/>
                  <a:cs typeface="Arial" panose="020B0604020202020204" pitchFamily="34" charset="0"/>
                </a:rPr>
                <a:t>Process</a:t>
              </a:r>
              <a:endParaRPr lang="es-419" sz="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EB0C1171-05D4-C57E-3586-C23019762FB6}"/>
                </a:ext>
              </a:extLst>
            </p:cNvPr>
            <p:cNvSpPr txBox="1"/>
            <p:nvPr/>
          </p:nvSpPr>
          <p:spPr>
            <a:xfrm>
              <a:off x="5861415" y="4169689"/>
              <a:ext cx="913388" cy="3937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419" sz="600" dirty="0" err="1">
                  <a:latin typeface="Arial" panose="020B0604020202020204" pitchFamily="34" charset="0"/>
                  <a:cs typeface="Arial" panose="020B0604020202020204" pitchFamily="34" charset="0"/>
                </a:rPr>
                <a:t>IFrame</a:t>
              </a:r>
              <a:endParaRPr lang="es-419" sz="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7687CECE-2F9A-25B4-EDF3-5F78D0B4DDB2}"/>
                </a:ext>
              </a:extLst>
            </p:cNvPr>
            <p:cNvSpPr txBox="1"/>
            <p:nvPr/>
          </p:nvSpPr>
          <p:spPr>
            <a:xfrm>
              <a:off x="6489381" y="3737631"/>
              <a:ext cx="1914972" cy="3937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419" sz="600" dirty="0" err="1">
                  <a:latin typeface="Arial" panose="020B0604020202020204" pitchFamily="34" charset="0"/>
                  <a:cs typeface="Arial" panose="020B0604020202020204" pitchFamily="34" charset="0"/>
                </a:rPr>
                <a:t>Background</a:t>
              </a:r>
              <a:r>
                <a:rPr lang="es-419" sz="6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s-419" sz="600" dirty="0" err="1">
                  <a:latin typeface="Arial" panose="020B0604020202020204" pitchFamily="34" charset="0"/>
                  <a:cs typeface="Arial" panose="020B0604020202020204" pitchFamily="34" charset="0"/>
                </a:rPr>
                <a:t>Process</a:t>
              </a:r>
              <a:endParaRPr lang="es-419" sz="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3A036362-4D86-FF1B-249C-AB46323719E7}"/>
                </a:ext>
              </a:extLst>
            </p:cNvPr>
            <p:cNvSpPr txBox="1"/>
            <p:nvPr/>
          </p:nvSpPr>
          <p:spPr>
            <a:xfrm>
              <a:off x="5807992" y="4995592"/>
              <a:ext cx="886041" cy="4922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419" sz="900" dirty="0"/>
                <a:t>AJAX</a:t>
              </a: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7ACB4433-A902-C998-787E-AC3D28C41DA5}"/>
                </a:ext>
              </a:extLst>
            </p:cNvPr>
            <p:cNvSpPr txBox="1"/>
            <p:nvPr/>
          </p:nvSpPr>
          <p:spPr>
            <a:xfrm>
              <a:off x="5837166" y="5287603"/>
              <a:ext cx="2957573" cy="3937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419" sz="600" dirty="0" err="1">
                  <a:latin typeface="Arial" panose="020B0604020202020204" pitchFamily="34" charset="0"/>
                  <a:cs typeface="Arial" panose="020B0604020202020204" pitchFamily="34" charset="0"/>
                </a:rPr>
                <a:t>Asynchronous</a:t>
              </a:r>
              <a:r>
                <a:rPr lang="es-419" sz="600" dirty="0">
                  <a:latin typeface="Arial" panose="020B0604020202020204" pitchFamily="34" charset="0"/>
                  <a:cs typeface="Arial" panose="020B0604020202020204" pitchFamily="34" charset="0"/>
                </a:rPr>
                <a:t> JavaScript and XML</a:t>
              </a:r>
            </a:p>
          </p:txBody>
        </p:sp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D35CCE98-CB46-D158-6C51-0B9A545ED1B5}"/>
              </a:ext>
            </a:extLst>
          </p:cNvPr>
          <p:cNvGrpSpPr/>
          <p:nvPr/>
        </p:nvGrpSpPr>
        <p:grpSpPr>
          <a:xfrm>
            <a:off x="7206331" y="3313012"/>
            <a:ext cx="1548141" cy="836282"/>
            <a:chOff x="5975040" y="4550457"/>
            <a:chExt cx="2687466" cy="1451728"/>
          </a:xfrm>
        </p:grpSpPr>
        <p:sp>
          <p:nvSpPr>
            <p:cNvPr id="129" name="Cube 128">
              <a:extLst>
                <a:ext uri="{FF2B5EF4-FFF2-40B4-BE49-F238E27FC236}">
                  <a16:creationId xmlns:a16="http://schemas.microsoft.com/office/drawing/2014/main" id="{CD69514A-2600-3824-ACCA-4E912B72C50F}"/>
                </a:ext>
              </a:extLst>
            </p:cNvPr>
            <p:cNvSpPr/>
            <p:nvPr/>
          </p:nvSpPr>
          <p:spPr>
            <a:xfrm>
              <a:off x="5975040" y="4894512"/>
              <a:ext cx="703337" cy="645259"/>
            </a:xfrm>
            <a:prstGeom prst="cub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98FEF1D6-9F3E-C9F3-A024-A2FFE233AF10}"/>
                </a:ext>
              </a:extLst>
            </p:cNvPr>
            <p:cNvSpPr txBox="1"/>
            <p:nvPr/>
          </p:nvSpPr>
          <p:spPr>
            <a:xfrm>
              <a:off x="6853192" y="4550457"/>
              <a:ext cx="1433648" cy="5342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419" sz="700" dirty="0"/>
                <a:t>JQuery - Library</a:t>
              </a:r>
            </a:p>
            <a:p>
              <a:r>
                <a:rPr lang="es-419" sz="700" dirty="0" err="1"/>
                <a:t>Moment</a:t>
              </a:r>
              <a:r>
                <a:rPr lang="es-419" sz="700" dirty="0"/>
                <a:t> - Library</a:t>
              </a: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2B8CA967-FA89-349C-1E61-F6A5EC335EC8}"/>
                </a:ext>
              </a:extLst>
            </p:cNvPr>
            <p:cNvSpPr txBox="1"/>
            <p:nvPr/>
          </p:nvSpPr>
          <p:spPr>
            <a:xfrm>
              <a:off x="6853192" y="5093911"/>
              <a:ext cx="1809314" cy="9082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419" sz="700" dirty="0" err="1"/>
                <a:t>AngularJS</a:t>
              </a:r>
              <a:r>
                <a:rPr lang="es-419" sz="700" dirty="0"/>
                <a:t> – Framework</a:t>
              </a:r>
            </a:p>
            <a:p>
              <a:r>
                <a:rPr lang="es-419" sz="700" dirty="0" err="1"/>
                <a:t>ReactJS</a:t>
              </a:r>
              <a:r>
                <a:rPr lang="es-419" sz="700" dirty="0"/>
                <a:t> – (Library)</a:t>
              </a:r>
            </a:p>
            <a:p>
              <a:r>
                <a:rPr lang="es-419" sz="700" dirty="0" err="1"/>
                <a:t>VueJS</a:t>
              </a:r>
              <a:r>
                <a:rPr lang="es-419" sz="700" dirty="0"/>
                <a:t> – Framework</a:t>
              </a:r>
            </a:p>
            <a:p>
              <a:r>
                <a:rPr lang="es-419" sz="700" dirty="0" err="1"/>
                <a:t>ExtJS</a:t>
              </a:r>
              <a:r>
                <a:rPr lang="es-419" sz="700" dirty="0"/>
                <a:t> - Framework</a:t>
              </a:r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F0559316-A9CA-8EEE-3FBF-FC86FD5A23E0}"/>
              </a:ext>
            </a:extLst>
          </p:cNvPr>
          <p:cNvGrpSpPr/>
          <p:nvPr/>
        </p:nvGrpSpPr>
        <p:grpSpPr>
          <a:xfrm>
            <a:off x="8736594" y="579422"/>
            <a:ext cx="3096285" cy="3326767"/>
            <a:chOff x="8736594" y="579422"/>
            <a:chExt cx="3096285" cy="3326767"/>
          </a:xfrm>
        </p:grpSpPr>
        <p:sp>
          <p:nvSpPr>
            <p:cNvPr id="79" name="Rectangle: Rounded Corners 78">
              <a:extLst>
                <a:ext uri="{FF2B5EF4-FFF2-40B4-BE49-F238E27FC236}">
                  <a16:creationId xmlns:a16="http://schemas.microsoft.com/office/drawing/2014/main" id="{5D67F3E6-A5DB-1AD0-ED19-3992C7785327}"/>
                </a:ext>
              </a:extLst>
            </p:cNvPr>
            <p:cNvSpPr/>
            <p:nvPr/>
          </p:nvSpPr>
          <p:spPr>
            <a:xfrm>
              <a:off x="8736594" y="579422"/>
              <a:ext cx="3096285" cy="3326767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96778606-6D23-67BC-6673-64246B2C64DB}"/>
                </a:ext>
              </a:extLst>
            </p:cNvPr>
            <p:cNvSpPr/>
            <p:nvPr/>
          </p:nvSpPr>
          <p:spPr>
            <a:xfrm>
              <a:off x="8952404" y="950029"/>
              <a:ext cx="1285592" cy="179258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9E07378E-CFFD-E8C6-6AFD-70470ADFD3A0}"/>
                </a:ext>
              </a:extLst>
            </p:cNvPr>
            <p:cNvSpPr/>
            <p:nvPr/>
          </p:nvSpPr>
          <p:spPr>
            <a:xfrm>
              <a:off x="10547268" y="950029"/>
              <a:ext cx="917634" cy="70084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5F1BDDF2-CE17-2907-ED97-30638AAC2D2E}"/>
                </a:ext>
              </a:extLst>
            </p:cNvPr>
            <p:cNvSpPr/>
            <p:nvPr/>
          </p:nvSpPr>
          <p:spPr>
            <a:xfrm>
              <a:off x="10576242" y="3001858"/>
              <a:ext cx="920418" cy="70084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CE87681A-36B7-5B15-B059-8FD97653D4F3}"/>
                </a:ext>
              </a:extLst>
            </p:cNvPr>
            <p:cNvSpPr/>
            <p:nvPr/>
          </p:nvSpPr>
          <p:spPr>
            <a:xfrm>
              <a:off x="10576242" y="1972543"/>
              <a:ext cx="920418" cy="70084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1D3FF426-BF80-2D01-B9B6-A3EDD11B22DA}"/>
                </a:ext>
              </a:extLst>
            </p:cNvPr>
            <p:cNvSpPr txBox="1"/>
            <p:nvPr/>
          </p:nvSpPr>
          <p:spPr>
            <a:xfrm>
              <a:off x="9016917" y="991638"/>
              <a:ext cx="9268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419" sz="1200" dirty="0">
                  <a:latin typeface="Arial" panose="020B0604020202020204" pitchFamily="34" charset="0"/>
                  <a:cs typeface="Arial" panose="020B0604020202020204" pitchFamily="34" charset="0"/>
                </a:rPr>
                <a:t>Home.html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2C445BBD-1C78-D5E3-1B1E-301512E0FF14}"/>
                </a:ext>
              </a:extLst>
            </p:cNvPr>
            <p:cNvSpPr txBox="1"/>
            <p:nvPr/>
          </p:nvSpPr>
          <p:spPr>
            <a:xfrm>
              <a:off x="10495063" y="946311"/>
              <a:ext cx="104067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419" sz="1000" dirty="0" err="1">
                  <a:latin typeface="Arial" panose="020B0604020202020204" pitchFamily="34" charset="0"/>
                  <a:cs typeface="Arial" panose="020B0604020202020204" pitchFamily="34" charset="0"/>
                </a:rPr>
                <a:t>About.template</a:t>
              </a:r>
              <a:endParaRPr lang="es-419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42544FE1-8D06-B498-AAB2-1F68CDA8A060}"/>
                </a:ext>
              </a:extLst>
            </p:cNvPr>
            <p:cNvSpPr txBox="1"/>
            <p:nvPr/>
          </p:nvSpPr>
          <p:spPr>
            <a:xfrm>
              <a:off x="10497946" y="3027378"/>
              <a:ext cx="105670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419" sz="900" dirty="0" err="1">
                  <a:latin typeface="Arial" panose="020B0604020202020204" pitchFamily="34" charset="0"/>
                  <a:cs typeface="Arial" panose="020B0604020202020204" pitchFamily="34" charset="0"/>
                </a:rPr>
                <a:t>Contact.template</a:t>
              </a:r>
              <a:endParaRPr lang="es-419" sz="9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AEEA70FA-2257-D901-61E1-F9B5534E7F8C}"/>
                </a:ext>
              </a:extLst>
            </p:cNvPr>
            <p:cNvSpPr txBox="1"/>
            <p:nvPr/>
          </p:nvSpPr>
          <p:spPr>
            <a:xfrm>
              <a:off x="10526801" y="1998835"/>
              <a:ext cx="1027845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419" sz="1000" dirty="0" err="1">
                  <a:latin typeface="Arial" panose="020B0604020202020204" pitchFamily="34" charset="0"/>
                  <a:cs typeface="Arial" panose="020B0604020202020204" pitchFamily="34" charset="0"/>
                </a:rPr>
                <a:t>Sales.template</a:t>
              </a:r>
              <a:endParaRPr lang="es-419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8" name="Scroll: Vertical 87">
              <a:extLst>
                <a:ext uri="{FF2B5EF4-FFF2-40B4-BE49-F238E27FC236}">
                  <a16:creationId xmlns:a16="http://schemas.microsoft.com/office/drawing/2014/main" id="{8A9A465D-E1EA-F3EE-71E9-66C4F16FBF9B}"/>
                </a:ext>
              </a:extLst>
            </p:cNvPr>
            <p:cNvSpPr/>
            <p:nvPr/>
          </p:nvSpPr>
          <p:spPr>
            <a:xfrm>
              <a:off x="9071947" y="2953706"/>
              <a:ext cx="532373" cy="514345"/>
            </a:xfrm>
            <a:prstGeom prst="verticalScroll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419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JS</a:t>
              </a:r>
            </a:p>
          </p:txBody>
        </p:sp>
        <p:sp>
          <p:nvSpPr>
            <p:cNvPr id="89" name="Scroll: Vertical 88">
              <a:extLst>
                <a:ext uri="{FF2B5EF4-FFF2-40B4-BE49-F238E27FC236}">
                  <a16:creationId xmlns:a16="http://schemas.microsoft.com/office/drawing/2014/main" id="{D145F818-8BE6-B8DD-BE86-9C5060B30581}"/>
                </a:ext>
              </a:extLst>
            </p:cNvPr>
            <p:cNvSpPr/>
            <p:nvPr/>
          </p:nvSpPr>
          <p:spPr>
            <a:xfrm>
              <a:off x="9783213" y="2953706"/>
              <a:ext cx="532373" cy="514345"/>
            </a:xfrm>
            <a:prstGeom prst="verticalScroll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419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CSS</a:t>
              </a:r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1518B324-885F-4DDC-01C6-947B5C7E844D}"/>
                </a:ext>
              </a:extLst>
            </p:cNvPr>
            <p:cNvSpPr/>
            <p:nvPr/>
          </p:nvSpPr>
          <p:spPr>
            <a:xfrm>
              <a:off x="9115367" y="1354612"/>
              <a:ext cx="958960" cy="22376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419" sz="9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Header</a:t>
              </a:r>
              <a:endParaRPr lang="es-419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58A4B5E6-D1DA-2FFB-9244-5F27C881567A}"/>
                </a:ext>
              </a:extLst>
            </p:cNvPr>
            <p:cNvSpPr/>
            <p:nvPr/>
          </p:nvSpPr>
          <p:spPr>
            <a:xfrm>
              <a:off x="9115367" y="1636898"/>
              <a:ext cx="958960" cy="66209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419" sz="9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Body</a:t>
              </a:r>
              <a:endParaRPr lang="es-419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E2C98191-FDD2-1AE0-E55A-582D7BBFC0CF}"/>
                </a:ext>
              </a:extLst>
            </p:cNvPr>
            <p:cNvSpPr/>
            <p:nvPr/>
          </p:nvSpPr>
          <p:spPr>
            <a:xfrm>
              <a:off x="9115367" y="2341439"/>
              <a:ext cx="958960" cy="22376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419" sz="9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Footer</a:t>
              </a:r>
              <a:endParaRPr lang="es-419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93" name="Connector: Curved 92">
            <a:extLst>
              <a:ext uri="{FF2B5EF4-FFF2-40B4-BE49-F238E27FC236}">
                <a16:creationId xmlns:a16="http://schemas.microsoft.com/office/drawing/2014/main" id="{FC28E020-4A29-042E-A09D-A157F612887C}"/>
              </a:ext>
            </a:extLst>
          </p:cNvPr>
          <p:cNvCxnSpPr>
            <a:cxnSpLocks/>
          </p:cNvCxnSpPr>
          <p:nvPr/>
        </p:nvCxnSpPr>
        <p:spPr>
          <a:xfrm rot="16200000" flipH="1">
            <a:off x="6006530" y="-2638641"/>
            <a:ext cx="189538" cy="6987802"/>
          </a:xfrm>
          <a:prstGeom prst="curvedConnector3">
            <a:avLst>
              <a:gd name="adj1" fmla="val -12060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nector: Curved 93">
            <a:extLst>
              <a:ext uri="{FF2B5EF4-FFF2-40B4-BE49-F238E27FC236}">
                <a16:creationId xmlns:a16="http://schemas.microsoft.com/office/drawing/2014/main" id="{1BF2647F-20A1-796E-933C-246A991A0624}"/>
              </a:ext>
            </a:extLst>
          </p:cNvPr>
          <p:cNvCxnSpPr>
            <a:cxnSpLocks/>
          </p:cNvCxnSpPr>
          <p:nvPr/>
        </p:nvCxnSpPr>
        <p:spPr>
          <a:xfrm rot="5400000">
            <a:off x="5942571" y="-592558"/>
            <a:ext cx="317456" cy="6987802"/>
          </a:xfrm>
          <a:prstGeom prst="curvedConnector3">
            <a:avLst>
              <a:gd name="adj1" fmla="val 17201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Cube 94">
            <a:extLst>
              <a:ext uri="{FF2B5EF4-FFF2-40B4-BE49-F238E27FC236}">
                <a16:creationId xmlns:a16="http://schemas.microsoft.com/office/drawing/2014/main" id="{4D0B7565-4E99-07EF-22D5-EC3B062DE38F}"/>
              </a:ext>
            </a:extLst>
          </p:cNvPr>
          <p:cNvSpPr/>
          <p:nvPr/>
        </p:nvSpPr>
        <p:spPr>
          <a:xfrm>
            <a:off x="4519747" y="5151165"/>
            <a:ext cx="405164" cy="371708"/>
          </a:xfrm>
          <a:prstGeom prst="cub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93A022C5-464B-5ECB-F497-9F9F049FF553}"/>
              </a:ext>
            </a:extLst>
          </p:cNvPr>
          <p:cNvSpPr txBox="1"/>
          <p:nvPr/>
        </p:nvSpPr>
        <p:spPr>
          <a:xfrm>
            <a:off x="5007889" y="4880673"/>
            <a:ext cx="99738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b="1" dirty="0">
                <a:latin typeface="Arial" panose="020B0604020202020204" pitchFamily="34" charset="0"/>
                <a:cs typeface="Arial" panose="020B0604020202020204" pitchFamily="34" charset="0"/>
              </a:rPr>
              <a:t>Angular</a:t>
            </a:r>
            <a:r>
              <a:rPr lang="es-419" sz="1200" dirty="0">
                <a:latin typeface="Arial" panose="020B0604020202020204" pitchFamily="34" charset="0"/>
                <a:cs typeface="Arial" panose="020B0604020202020204" pitchFamily="34" charset="0"/>
              </a:rPr>
              <a:t> (2)</a:t>
            </a:r>
          </a:p>
          <a:p>
            <a:r>
              <a:rPr lang="es-419" sz="1200" dirty="0" err="1">
                <a:latin typeface="Arial" panose="020B0604020202020204" pitchFamily="34" charset="0"/>
                <a:cs typeface="Arial" panose="020B0604020202020204" pitchFamily="34" charset="0"/>
              </a:rPr>
              <a:t>React</a:t>
            </a:r>
            <a:r>
              <a:rPr lang="es-419" sz="1200" dirty="0">
                <a:latin typeface="Arial" panose="020B0604020202020204" pitchFamily="34" charset="0"/>
                <a:cs typeface="Arial" panose="020B0604020202020204" pitchFamily="34" charset="0"/>
              </a:rPr>
              <a:t>**</a:t>
            </a:r>
          </a:p>
          <a:p>
            <a:r>
              <a:rPr lang="es-419" sz="1200" dirty="0" err="1">
                <a:latin typeface="Arial" panose="020B0604020202020204" pitchFamily="34" charset="0"/>
                <a:cs typeface="Arial" panose="020B0604020202020204" pitchFamily="34" charset="0"/>
              </a:rPr>
              <a:t>Vue</a:t>
            </a:r>
            <a:r>
              <a:rPr lang="es-419" sz="1200" dirty="0">
                <a:latin typeface="Arial" panose="020B0604020202020204" pitchFamily="34" charset="0"/>
                <a:cs typeface="Arial" panose="020B0604020202020204" pitchFamily="34" charset="0"/>
              </a:rPr>
              <a:t> (2)</a:t>
            </a:r>
          </a:p>
          <a:p>
            <a:r>
              <a:rPr lang="es-419" sz="1200" dirty="0" err="1">
                <a:latin typeface="Arial" panose="020B0604020202020204" pitchFamily="34" charset="0"/>
                <a:cs typeface="Arial" panose="020B0604020202020204" pitchFamily="34" charset="0"/>
              </a:rPr>
              <a:t>Svelte</a:t>
            </a:r>
            <a:endParaRPr lang="es-419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7" name="Cylinder 96">
            <a:extLst>
              <a:ext uri="{FF2B5EF4-FFF2-40B4-BE49-F238E27FC236}">
                <a16:creationId xmlns:a16="http://schemas.microsoft.com/office/drawing/2014/main" id="{348D528B-7952-3924-448E-15C612EC31ED}"/>
              </a:ext>
            </a:extLst>
          </p:cNvPr>
          <p:cNvSpPr/>
          <p:nvPr/>
        </p:nvSpPr>
        <p:spPr>
          <a:xfrm>
            <a:off x="10597866" y="6079496"/>
            <a:ext cx="711266" cy="624279"/>
          </a:xfrm>
          <a:prstGeom prst="ca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DB</a:t>
            </a:r>
          </a:p>
        </p:txBody>
      </p:sp>
      <p:sp>
        <p:nvSpPr>
          <p:cNvPr id="98" name="Rectangle: Rounded Corners 97">
            <a:extLst>
              <a:ext uri="{FF2B5EF4-FFF2-40B4-BE49-F238E27FC236}">
                <a16:creationId xmlns:a16="http://schemas.microsoft.com/office/drawing/2014/main" id="{0CE78048-8006-0C63-3292-D984E195E4C1}"/>
              </a:ext>
            </a:extLst>
          </p:cNvPr>
          <p:cNvSpPr/>
          <p:nvPr/>
        </p:nvSpPr>
        <p:spPr>
          <a:xfrm>
            <a:off x="10409864" y="4979381"/>
            <a:ext cx="1069341" cy="72767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2EAAE175-EC55-5FF4-A9CB-90A79D60EE44}"/>
              </a:ext>
            </a:extLst>
          </p:cNvPr>
          <p:cNvSpPr txBox="1"/>
          <p:nvPr/>
        </p:nvSpPr>
        <p:spPr>
          <a:xfrm>
            <a:off x="10526801" y="5083115"/>
            <a:ext cx="7729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 err="1">
                <a:latin typeface="Arial" panose="020B0604020202020204" pitchFamily="34" charset="0"/>
                <a:cs typeface="Arial" panose="020B0604020202020204" pitchFamily="34" charset="0"/>
              </a:rPr>
              <a:t>Services</a:t>
            </a:r>
            <a:endParaRPr lang="es-419" sz="12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25912264-704E-391D-9CEA-2552952A8088}"/>
              </a:ext>
            </a:extLst>
          </p:cNvPr>
          <p:cNvCxnSpPr>
            <a:cxnSpLocks/>
            <a:stCxn id="98" idx="2"/>
            <a:endCxn id="97" idx="1"/>
          </p:cNvCxnSpPr>
          <p:nvPr/>
        </p:nvCxnSpPr>
        <p:spPr>
          <a:xfrm>
            <a:off x="10944535" y="5707056"/>
            <a:ext cx="8964" cy="3724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C8560D9A-A9C9-69EB-5C0F-39BE9C6A338B}"/>
              </a:ext>
            </a:extLst>
          </p:cNvPr>
          <p:cNvSpPr txBox="1"/>
          <p:nvPr/>
        </p:nvSpPr>
        <p:spPr>
          <a:xfrm>
            <a:off x="11529639" y="4915207"/>
            <a:ext cx="66236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b="1" dirty="0">
                <a:latin typeface="Arial" panose="020B0604020202020204" pitchFamily="34" charset="0"/>
                <a:cs typeface="Arial" panose="020B0604020202020204" pitchFamily="34" charset="0"/>
              </a:rPr>
              <a:t>NET</a:t>
            </a:r>
          </a:p>
          <a:p>
            <a:r>
              <a:rPr lang="es-419" sz="1200" dirty="0">
                <a:latin typeface="Arial" panose="020B0604020202020204" pitchFamily="34" charset="0"/>
                <a:cs typeface="Arial" panose="020B0604020202020204" pitchFamily="34" charset="0"/>
              </a:rPr>
              <a:t>Java</a:t>
            </a:r>
          </a:p>
          <a:p>
            <a:r>
              <a:rPr lang="es-419" sz="1200" dirty="0">
                <a:latin typeface="Arial" panose="020B0604020202020204" pitchFamily="34" charset="0"/>
                <a:cs typeface="Arial" panose="020B0604020202020204" pitchFamily="34" charset="0"/>
              </a:rPr>
              <a:t>Python</a:t>
            </a:r>
          </a:p>
          <a:p>
            <a:r>
              <a:rPr lang="es-419" sz="1200" dirty="0" err="1">
                <a:latin typeface="Arial" panose="020B0604020202020204" pitchFamily="34" charset="0"/>
                <a:cs typeface="Arial" panose="020B0604020202020204" pitchFamily="34" charset="0"/>
              </a:rPr>
              <a:t>Node</a:t>
            </a:r>
            <a:endParaRPr lang="es-419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09" name="Connector: Curved 108">
            <a:extLst>
              <a:ext uri="{FF2B5EF4-FFF2-40B4-BE49-F238E27FC236}">
                <a16:creationId xmlns:a16="http://schemas.microsoft.com/office/drawing/2014/main" id="{3FFD42C9-1738-5853-C9D4-D151EFE7B213}"/>
              </a:ext>
            </a:extLst>
          </p:cNvPr>
          <p:cNvCxnSpPr>
            <a:cxnSpLocks/>
          </p:cNvCxnSpPr>
          <p:nvPr/>
        </p:nvCxnSpPr>
        <p:spPr>
          <a:xfrm rot="16200000" flipH="1">
            <a:off x="7718109" y="2480629"/>
            <a:ext cx="184183" cy="6268669"/>
          </a:xfrm>
          <a:prstGeom prst="curvedConnector3">
            <a:avLst>
              <a:gd name="adj1" fmla="val 224116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TextBox 109">
            <a:extLst>
              <a:ext uri="{FF2B5EF4-FFF2-40B4-BE49-F238E27FC236}">
                <a16:creationId xmlns:a16="http://schemas.microsoft.com/office/drawing/2014/main" id="{1A3499BF-0DFB-0BC5-2716-C4AC40C7AA42}"/>
              </a:ext>
            </a:extLst>
          </p:cNvPr>
          <p:cNvSpPr txBox="1"/>
          <p:nvPr/>
        </p:nvSpPr>
        <p:spPr>
          <a:xfrm>
            <a:off x="7514376" y="179240"/>
            <a:ext cx="13447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>
                <a:latin typeface="Arial" panose="020B0604020202020204" pitchFamily="34" charset="0"/>
                <a:cs typeface="Arial" panose="020B0604020202020204" pitchFamily="34" charset="0"/>
              </a:rPr>
              <a:t>www.myapp.com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EB6832BA-DC0C-25D0-C8F1-1793C5286346}"/>
              </a:ext>
            </a:extLst>
          </p:cNvPr>
          <p:cNvSpPr txBox="1"/>
          <p:nvPr/>
        </p:nvSpPr>
        <p:spPr>
          <a:xfrm>
            <a:off x="8875356" y="195989"/>
            <a:ext cx="10266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b="1" dirty="0">
                <a:latin typeface="Arial" panose="020B0604020202020204" pitchFamily="34" charset="0"/>
                <a:cs typeface="Arial" panose="020B0604020202020204" pitchFamily="34" charset="0"/>
              </a:rPr>
              <a:t>Web Server</a:t>
            </a:r>
          </a:p>
        </p:txBody>
      </p:sp>
      <p:sp>
        <p:nvSpPr>
          <p:cNvPr id="112" name="Multiplication Sign 111">
            <a:extLst>
              <a:ext uri="{FF2B5EF4-FFF2-40B4-BE49-F238E27FC236}">
                <a16:creationId xmlns:a16="http://schemas.microsoft.com/office/drawing/2014/main" id="{71ED3031-F6DD-A155-1C1F-2EEFA75C3A3F}"/>
              </a:ext>
            </a:extLst>
          </p:cNvPr>
          <p:cNvSpPr/>
          <p:nvPr/>
        </p:nvSpPr>
        <p:spPr>
          <a:xfrm>
            <a:off x="9065259" y="84260"/>
            <a:ext cx="603404" cy="571922"/>
          </a:xfrm>
          <a:prstGeom prst="mathMultiply">
            <a:avLst>
              <a:gd name="adj1" fmla="val 10676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E29E11C7-3223-24E0-39A0-F27A1C57CA69}"/>
              </a:ext>
            </a:extLst>
          </p:cNvPr>
          <p:cNvSpPr txBox="1"/>
          <p:nvPr/>
        </p:nvSpPr>
        <p:spPr>
          <a:xfrm>
            <a:off x="10074327" y="195989"/>
            <a:ext cx="13660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FileStorage</a:t>
            </a:r>
            <a:r>
              <a:rPr lang="es-419" sz="1200" b="1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s-419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url</a:t>
            </a:r>
            <a:r>
              <a:rPr lang="es-419" sz="12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D62884A9-A6FA-A3BE-8066-D19E47F4767C}"/>
              </a:ext>
            </a:extLst>
          </p:cNvPr>
          <p:cNvSpPr/>
          <p:nvPr/>
        </p:nvSpPr>
        <p:spPr>
          <a:xfrm>
            <a:off x="805845" y="4722929"/>
            <a:ext cx="1285592" cy="179258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AAA8AE06-7356-7BAA-1CE5-FB5BAB43651C}"/>
              </a:ext>
            </a:extLst>
          </p:cNvPr>
          <p:cNvSpPr txBox="1"/>
          <p:nvPr/>
        </p:nvSpPr>
        <p:spPr>
          <a:xfrm>
            <a:off x="870358" y="4764538"/>
            <a:ext cx="9268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>
                <a:latin typeface="Arial" panose="020B0604020202020204" pitchFamily="34" charset="0"/>
                <a:cs typeface="Arial" panose="020B0604020202020204" pitchFamily="34" charset="0"/>
              </a:rPr>
              <a:t>Home.html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A451E947-5E95-5226-04C6-6E280699EDDC}"/>
              </a:ext>
            </a:extLst>
          </p:cNvPr>
          <p:cNvSpPr/>
          <p:nvPr/>
        </p:nvSpPr>
        <p:spPr>
          <a:xfrm>
            <a:off x="968808" y="5127512"/>
            <a:ext cx="958960" cy="22376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9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Header</a:t>
            </a:r>
            <a:endParaRPr lang="es-419" sz="9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2370251F-0B4F-889D-1BB1-35C974D2F102}"/>
              </a:ext>
            </a:extLst>
          </p:cNvPr>
          <p:cNvSpPr/>
          <p:nvPr/>
        </p:nvSpPr>
        <p:spPr>
          <a:xfrm>
            <a:off x="968808" y="5409798"/>
            <a:ext cx="958960" cy="66209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Home Content</a:t>
            </a: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05244AC8-D921-00D1-3F31-91ECC8111648}"/>
              </a:ext>
            </a:extLst>
          </p:cNvPr>
          <p:cNvSpPr/>
          <p:nvPr/>
        </p:nvSpPr>
        <p:spPr>
          <a:xfrm>
            <a:off x="968808" y="6114339"/>
            <a:ext cx="958960" cy="22376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9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Footer</a:t>
            </a:r>
            <a:endParaRPr lang="es-419" sz="9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3474B53B-9831-B8EC-4F21-5340412C2FF7}"/>
              </a:ext>
            </a:extLst>
          </p:cNvPr>
          <p:cNvSpPr/>
          <p:nvPr/>
        </p:nvSpPr>
        <p:spPr>
          <a:xfrm>
            <a:off x="3126729" y="4648334"/>
            <a:ext cx="958960" cy="66209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Home Content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1C94C6AA-91B2-16A2-76D5-3456AA77A907}"/>
              </a:ext>
            </a:extLst>
          </p:cNvPr>
          <p:cNvSpPr/>
          <p:nvPr/>
        </p:nvSpPr>
        <p:spPr>
          <a:xfrm>
            <a:off x="3126729" y="5342223"/>
            <a:ext cx="958960" cy="66209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9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Abaout</a:t>
            </a:r>
            <a:r>
              <a:rPr lang="es-419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Content</a:t>
            </a: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2DBF006F-F727-DF06-F7CE-8EFBEBEBA73C}"/>
              </a:ext>
            </a:extLst>
          </p:cNvPr>
          <p:cNvSpPr/>
          <p:nvPr/>
        </p:nvSpPr>
        <p:spPr>
          <a:xfrm>
            <a:off x="3126729" y="6025443"/>
            <a:ext cx="958960" cy="66209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Content Content</a:t>
            </a:r>
          </a:p>
        </p:txBody>
      </p:sp>
      <p:cxnSp>
        <p:nvCxnSpPr>
          <p:cNvPr id="144" name="Connector: Curved 143">
            <a:extLst>
              <a:ext uri="{FF2B5EF4-FFF2-40B4-BE49-F238E27FC236}">
                <a16:creationId xmlns:a16="http://schemas.microsoft.com/office/drawing/2014/main" id="{AE0F224F-0294-A483-0DC8-7CEEF31B92C7}"/>
              </a:ext>
            </a:extLst>
          </p:cNvPr>
          <p:cNvCxnSpPr>
            <a:stCxn id="141" idx="1"/>
            <a:endCxn id="139" idx="3"/>
          </p:cNvCxnSpPr>
          <p:nvPr/>
        </p:nvCxnSpPr>
        <p:spPr>
          <a:xfrm rot="10800000" flipV="1">
            <a:off x="1927769" y="4979382"/>
            <a:ext cx="1198961" cy="761464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: Curved 144">
            <a:extLst>
              <a:ext uri="{FF2B5EF4-FFF2-40B4-BE49-F238E27FC236}">
                <a16:creationId xmlns:a16="http://schemas.microsoft.com/office/drawing/2014/main" id="{A21AD41B-29F3-80DF-85AA-76F88F1FF43B}"/>
              </a:ext>
            </a:extLst>
          </p:cNvPr>
          <p:cNvCxnSpPr>
            <a:stCxn id="142" idx="1"/>
            <a:endCxn id="139" idx="3"/>
          </p:cNvCxnSpPr>
          <p:nvPr/>
        </p:nvCxnSpPr>
        <p:spPr>
          <a:xfrm rot="10800000" flipV="1">
            <a:off x="1927769" y="5673270"/>
            <a:ext cx="1198961" cy="67575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: Curved 145">
            <a:extLst>
              <a:ext uri="{FF2B5EF4-FFF2-40B4-BE49-F238E27FC236}">
                <a16:creationId xmlns:a16="http://schemas.microsoft.com/office/drawing/2014/main" id="{710A774E-E7C4-915A-4348-CB0F306CDD42}"/>
              </a:ext>
            </a:extLst>
          </p:cNvPr>
          <p:cNvCxnSpPr>
            <a:stCxn id="143" idx="1"/>
            <a:endCxn id="139" idx="3"/>
          </p:cNvCxnSpPr>
          <p:nvPr/>
        </p:nvCxnSpPr>
        <p:spPr>
          <a:xfrm rot="10800000">
            <a:off x="1927769" y="5740847"/>
            <a:ext cx="1198961" cy="615645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TextBox 146">
            <a:extLst>
              <a:ext uri="{FF2B5EF4-FFF2-40B4-BE49-F238E27FC236}">
                <a16:creationId xmlns:a16="http://schemas.microsoft.com/office/drawing/2014/main" id="{E80724F6-AD2E-1EB6-6B63-4D823F367C3F}"/>
              </a:ext>
            </a:extLst>
          </p:cNvPr>
          <p:cNvSpPr txBox="1"/>
          <p:nvPr/>
        </p:nvSpPr>
        <p:spPr>
          <a:xfrm>
            <a:off x="2214166" y="4706273"/>
            <a:ext cx="5132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/>
              <a:t>JS</a:t>
            </a:r>
          </a:p>
          <a:p>
            <a:r>
              <a:rPr lang="es-419" sz="1200" dirty="0"/>
              <a:t>DOM</a:t>
            </a:r>
          </a:p>
        </p:txBody>
      </p:sp>
      <p:cxnSp>
        <p:nvCxnSpPr>
          <p:cNvPr id="148" name="Connector: Curved 147">
            <a:extLst>
              <a:ext uri="{FF2B5EF4-FFF2-40B4-BE49-F238E27FC236}">
                <a16:creationId xmlns:a16="http://schemas.microsoft.com/office/drawing/2014/main" id="{51E53A65-EB12-EFDA-07B9-4332C46DBEA1}"/>
              </a:ext>
            </a:extLst>
          </p:cNvPr>
          <p:cNvCxnSpPr>
            <a:cxnSpLocks/>
          </p:cNvCxnSpPr>
          <p:nvPr/>
        </p:nvCxnSpPr>
        <p:spPr>
          <a:xfrm flipV="1">
            <a:off x="4085689" y="3906189"/>
            <a:ext cx="6199048" cy="1073193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: Curved 148">
            <a:extLst>
              <a:ext uri="{FF2B5EF4-FFF2-40B4-BE49-F238E27FC236}">
                <a16:creationId xmlns:a16="http://schemas.microsoft.com/office/drawing/2014/main" id="{47036338-2672-4BA5-BF0C-A32C5AF221C7}"/>
              </a:ext>
            </a:extLst>
          </p:cNvPr>
          <p:cNvCxnSpPr>
            <a:cxnSpLocks/>
          </p:cNvCxnSpPr>
          <p:nvPr/>
        </p:nvCxnSpPr>
        <p:spPr>
          <a:xfrm flipV="1">
            <a:off x="4085689" y="3906189"/>
            <a:ext cx="6199048" cy="1767082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: Curved 149">
            <a:extLst>
              <a:ext uri="{FF2B5EF4-FFF2-40B4-BE49-F238E27FC236}">
                <a16:creationId xmlns:a16="http://schemas.microsoft.com/office/drawing/2014/main" id="{B248FFBF-9D5F-96D4-2905-42DD9FD12C75}"/>
              </a:ext>
            </a:extLst>
          </p:cNvPr>
          <p:cNvCxnSpPr>
            <a:cxnSpLocks/>
          </p:cNvCxnSpPr>
          <p:nvPr/>
        </p:nvCxnSpPr>
        <p:spPr>
          <a:xfrm flipV="1">
            <a:off x="4085689" y="3906189"/>
            <a:ext cx="6199048" cy="2450302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TextBox 150">
            <a:extLst>
              <a:ext uri="{FF2B5EF4-FFF2-40B4-BE49-F238E27FC236}">
                <a16:creationId xmlns:a16="http://schemas.microsoft.com/office/drawing/2014/main" id="{91BDFB17-38B9-4C70-E7AC-D9135270E755}"/>
              </a:ext>
            </a:extLst>
          </p:cNvPr>
          <p:cNvSpPr txBox="1"/>
          <p:nvPr/>
        </p:nvSpPr>
        <p:spPr>
          <a:xfrm>
            <a:off x="10498278" y="3931709"/>
            <a:ext cx="14462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>
                <a:latin typeface="Arial" panose="020B0604020202020204" pitchFamily="34" charset="0"/>
                <a:cs typeface="Arial" panose="020B0604020202020204" pitchFamily="34" charset="0"/>
              </a:rPr>
              <a:t>Azure </a:t>
            </a:r>
            <a:r>
              <a:rPr lang="es-419" sz="1200" dirty="0" err="1">
                <a:latin typeface="Arial" panose="020B0604020202020204" pitchFamily="34" charset="0"/>
                <a:cs typeface="Arial" panose="020B0604020202020204" pitchFamily="34" charset="0"/>
              </a:rPr>
              <a:t>Blobstorage</a:t>
            </a:r>
            <a:endParaRPr lang="es-419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419" sz="1200" dirty="0">
                <a:latin typeface="Arial" panose="020B0604020202020204" pitchFamily="34" charset="0"/>
                <a:cs typeface="Arial" panose="020B0604020202020204" pitchFamily="34" charset="0"/>
              </a:rPr>
              <a:t>AWS S3</a:t>
            </a:r>
          </a:p>
        </p:txBody>
      </p:sp>
    </p:spTree>
    <p:extLst>
      <p:ext uri="{BB962C8B-B14F-4D97-AF65-F5344CB8AC3E}">
        <p14:creationId xmlns:p14="http://schemas.microsoft.com/office/powerpoint/2010/main" val="28514321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CCF694B-0008-43E6-13AB-437741544D30}"/>
              </a:ext>
            </a:extLst>
          </p:cNvPr>
          <p:cNvSpPr/>
          <p:nvPr/>
        </p:nvSpPr>
        <p:spPr>
          <a:xfrm>
            <a:off x="5842363" y="950614"/>
            <a:ext cx="1446245" cy="130914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Angular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C2E9901-44BE-1F1B-6214-41F1806E3D41}"/>
              </a:ext>
            </a:extLst>
          </p:cNvPr>
          <p:cNvSpPr/>
          <p:nvPr/>
        </p:nvSpPr>
        <p:spPr>
          <a:xfrm>
            <a:off x="8227907" y="950614"/>
            <a:ext cx="1446245" cy="130914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React</a:t>
            </a:r>
            <a:endParaRPr lang="es-419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642DFD-D3A7-69C7-50CF-7F92F71E98CF}"/>
              </a:ext>
            </a:extLst>
          </p:cNvPr>
          <p:cNvSpPr txBox="1"/>
          <p:nvPr/>
        </p:nvSpPr>
        <p:spPr>
          <a:xfrm>
            <a:off x="7547975" y="1420520"/>
            <a:ext cx="492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>
                <a:latin typeface="Arial" panose="020B0604020202020204" pitchFamily="34" charset="0"/>
                <a:cs typeface="Arial" panose="020B0604020202020204" pitchFamily="34" charset="0"/>
              </a:rPr>
              <a:t>VS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04604C5-3E35-5A5E-56CF-623F2D74A7D6}"/>
              </a:ext>
            </a:extLst>
          </p:cNvPr>
          <p:cNvSpPr/>
          <p:nvPr/>
        </p:nvSpPr>
        <p:spPr>
          <a:xfrm>
            <a:off x="10516193" y="950614"/>
            <a:ext cx="1446245" cy="130914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Vue</a:t>
            </a:r>
            <a:endParaRPr lang="es-419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A381E4-96C0-9F35-9E73-640A0BD56846}"/>
              </a:ext>
            </a:extLst>
          </p:cNvPr>
          <p:cNvSpPr txBox="1"/>
          <p:nvPr/>
        </p:nvSpPr>
        <p:spPr>
          <a:xfrm>
            <a:off x="9884890" y="1420520"/>
            <a:ext cx="492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>
                <a:latin typeface="Arial" panose="020B0604020202020204" pitchFamily="34" charset="0"/>
                <a:cs typeface="Arial" panose="020B0604020202020204" pitchFamily="34" charset="0"/>
              </a:rPr>
              <a:t>VS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8DA615-193E-FBB9-6818-28EC1120C7F0}"/>
              </a:ext>
            </a:extLst>
          </p:cNvPr>
          <p:cNvSpPr txBox="1"/>
          <p:nvPr/>
        </p:nvSpPr>
        <p:spPr>
          <a:xfrm>
            <a:off x="5529074" y="3026988"/>
            <a:ext cx="13964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419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Framework</a:t>
            </a:r>
            <a:endParaRPr lang="es-419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53FAA6-5DF0-1A3E-51BE-7F7E5E89ED59}"/>
              </a:ext>
            </a:extLst>
          </p:cNvPr>
          <p:cNvSpPr txBox="1"/>
          <p:nvPr/>
        </p:nvSpPr>
        <p:spPr>
          <a:xfrm>
            <a:off x="11193919" y="2982406"/>
            <a:ext cx="930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419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Library</a:t>
            </a:r>
            <a:endParaRPr lang="es-419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0219C58-77D0-493F-25DE-BC30D5BBDAE1}"/>
              </a:ext>
            </a:extLst>
          </p:cNvPr>
          <p:cNvSpPr txBox="1"/>
          <p:nvPr/>
        </p:nvSpPr>
        <p:spPr>
          <a:xfrm>
            <a:off x="8836536" y="3000402"/>
            <a:ext cx="492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>
                <a:latin typeface="Arial" panose="020B0604020202020204" pitchFamily="34" charset="0"/>
                <a:cs typeface="Arial" panose="020B0604020202020204" pitchFamily="34" charset="0"/>
              </a:rPr>
              <a:t>VS</a:t>
            </a:r>
          </a:p>
        </p:txBody>
      </p:sp>
      <p:sp>
        <p:nvSpPr>
          <p:cNvPr id="12" name="Cube 11">
            <a:extLst>
              <a:ext uri="{FF2B5EF4-FFF2-40B4-BE49-F238E27FC236}">
                <a16:creationId xmlns:a16="http://schemas.microsoft.com/office/drawing/2014/main" id="{DB26A919-6140-9030-B26F-E849D608CEBB}"/>
              </a:ext>
            </a:extLst>
          </p:cNvPr>
          <p:cNvSpPr/>
          <p:nvPr/>
        </p:nvSpPr>
        <p:spPr>
          <a:xfrm>
            <a:off x="8389402" y="4534350"/>
            <a:ext cx="405164" cy="371708"/>
          </a:xfrm>
          <a:prstGeom prst="cub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E718DEA-2096-6F87-56D5-9E775D0BF421}"/>
              </a:ext>
            </a:extLst>
          </p:cNvPr>
          <p:cNvSpPr txBox="1"/>
          <p:nvPr/>
        </p:nvSpPr>
        <p:spPr>
          <a:xfrm>
            <a:off x="8836749" y="4534350"/>
            <a:ext cx="10038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b="1" dirty="0">
                <a:latin typeface="Arial" panose="020B0604020202020204" pitchFamily="34" charset="0"/>
                <a:cs typeface="Arial" panose="020B0604020202020204" pitchFamily="34" charset="0"/>
              </a:rPr>
              <a:t>Framework</a:t>
            </a:r>
            <a:endParaRPr lang="es-419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CE4C4A-1614-B507-32EB-021E6720859F}"/>
              </a:ext>
            </a:extLst>
          </p:cNvPr>
          <p:cNvSpPr txBox="1"/>
          <p:nvPr/>
        </p:nvSpPr>
        <p:spPr>
          <a:xfrm>
            <a:off x="9828190" y="4212372"/>
            <a:ext cx="227532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419" sz="1000" dirty="0">
                <a:latin typeface="Arial" panose="020B0604020202020204" pitchFamily="34" charset="0"/>
                <a:cs typeface="Arial" panose="020B0604020202020204" pitchFamily="34" charset="0"/>
              </a:rPr>
              <a:t>Comunicación (HTTP, </a:t>
            </a:r>
            <a:r>
              <a:rPr lang="es-419" sz="1000" dirty="0" err="1">
                <a:latin typeface="Arial" panose="020B0604020202020204" pitchFamily="34" charset="0"/>
                <a:cs typeface="Arial" panose="020B0604020202020204" pitchFamily="34" charset="0"/>
              </a:rPr>
              <a:t>Axio</a:t>
            </a:r>
            <a:r>
              <a:rPr lang="es-419" sz="1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s-419" sz="1000" dirty="0"/>
          </a:p>
          <a:p>
            <a:endParaRPr lang="es-419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419" sz="1000" dirty="0">
                <a:latin typeface="Arial" panose="020B0604020202020204" pitchFamily="34" charset="0"/>
                <a:cs typeface="Arial" panose="020B0604020202020204" pitchFamily="34" charset="0"/>
              </a:rPr>
              <a:t>Renderizado (</a:t>
            </a:r>
            <a:r>
              <a:rPr lang="es-419" sz="1000" dirty="0" err="1">
                <a:latin typeface="Arial" panose="020B0604020202020204" pitchFamily="34" charset="0"/>
                <a:cs typeface="Arial" panose="020B0604020202020204" pitchFamily="34" charset="0"/>
              </a:rPr>
              <a:t>React</a:t>
            </a:r>
            <a:r>
              <a:rPr lang="es-419" sz="1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419" sz="1000" dirty="0" err="1">
                <a:latin typeface="Arial" panose="020B0604020202020204" pitchFamily="34" charset="0"/>
                <a:cs typeface="Arial" panose="020B0604020202020204" pitchFamily="34" charset="0"/>
              </a:rPr>
              <a:t>Svelte</a:t>
            </a:r>
            <a:r>
              <a:rPr lang="es-419" sz="1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endParaRPr lang="es-419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419" sz="1000" dirty="0">
                <a:latin typeface="Arial" panose="020B0604020202020204" pitchFamily="34" charset="0"/>
                <a:cs typeface="Arial" panose="020B0604020202020204" pitchFamily="34" charset="0"/>
              </a:rPr>
              <a:t>Suite controles (Angular material, </a:t>
            </a:r>
            <a:r>
              <a:rPr lang="es-419" sz="1000" dirty="0" err="1">
                <a:latin typeface="Arial" panose="020B0604020202020204" pitchFamily="34" charset="0"/>
                <a:cs typeface="Arial" panose="020B0604020202020204" pitchFamily="34" charset="0"/>
              </a:rPr>
              <a:t>PrimeNG</a:t>
            </a:r>
            <a:r>
              <a:rPr lang="es-419" sz="1000" dirty="0">
                <a:latin typeface="Arial" panose="020B0604020202020204" pitchFamily="34" charset="0"/>
                <a:cs typeface="Arial" panose="020B0604020202020204" pitchFamily="34" charset="0"/>
              </a:rPr>
              <a:t>, Bootstrap)</a:t>
            </a:r>
            <a:endParaRPr lang="es-419" sz="1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6D4A24C-3DA0-8E5E-D5AA-4AA8DA83B059}"/>
              </a:ext>
            </a:extLst>
          </p:cNvPr>
          <p:cNvSpPr txBox="1"/>
          <p:nvPr/>
        </p:nvSpPr>
        <p:spPr>
          <a:xfrm>
            <a:off x="9869262" y="3958231"/>
            <a:ext cx="8338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Libraries</a:t>
            </a:r>
            <a:endParaRPr lang="es-419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8570157-87CF-C94F-30BB-7C69519A0208}"/>
              </a:ext>
            </a:extLst>
          </p:cNvPr>
          <p:cNvSpPr/>
          <p:nvPr/>
        </p:nvSpPr>
        <p:spPr>
          <a:xfrm>
            <a:off x="10608033" y="1825003"/>
            <a:ext cx="405164" cy="3717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B3E86A8-C45F-1682-FF56-AC66FAB8F8B9}"/>
              </a:ext>
            </a:extLst>
          </p:cNvPr>
          <p:cNvSpPr/>
          <p:nvPr/>
        </p:nvSpPr>
        <p:spPr>
          <a:xfrm>
            <a:off x="5930377" y="1825003"/>
            <a:ext cx="405164" cy="3717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DAAA1BB-B652-D66A-05EF-02AC03858B14}"/>
              </a:ext>
            </a:extLst>
          </p:cNvPr>
          <p:cNvSpPr/>
          <p:nvPr/>
        </p:nvSpPr>
        <p:spPr>
          <a:xfrm>
            <a:off x="7028723" y="2480417"/>
            <a:ext cx="1446245" cy="130914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28D41A2-07C4-5C05-4C93-E927D474DBF9}"/>
              </a:ext>
            </a:extLst>
          </p:cNvPr>
          <p:cNvSpPr/>
          <p:nvPr/>
        </p:nvSpPr>
        <p:spPr>
          <a:xfrm>
            <a:off x="7094311" y="3368753"/>
            <a:ext cx="405164" cy="3717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7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Lib</a:t>
            </a:r>
            <a:r>
              <a:rPr lang="es-419" sz="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873488C-A35C-9016-F370-45B83B8D7B21}"/>
              </a:ext>
            </a:extLst>
          </p:cNvPr>
          <p:cNvSpPr/>
          <p:nvPr/>
        </p:nvSpPr>
        <p:spPr>
          <a:xfrm>
            <a:off x="7821118" y="3368753"/>
            <a:ext cx="405164" cy="3717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7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Lib</a:t>
            </a:r>
            <a:r>
              <a:rPr lang="es-419" sz="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BA1B028-827B-5F50-23E4-F34FFCD8095D}"/>
              </a:ext>
            </a:extLst>
          </p:cNvPr>
          <p:cNvCxnSpPr>
            <a:stCxn id="19" idx="3"/>
            <a:endCxn id="20" idx="1"/>
          </p:cNvCxnSpPr>
          <p:nvPr/>
        </p:nvCxnSpPr>
        <p:spPr>
          <a:xfrm>
            <a:off x="7499475" y="3554607"/>
            <a:ext cx="3216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035D326B-DBB8-35E5-F605-7A30EB16C475}"/>
              </a:ext>
            </a:extLst>
          </p:cNvPr>
          <p:cNvSpPr/>
          <p:nvPr/>
        </p:nvSpPr>
        <p:spPr>
          <a:xfrm>
            <a:off x="9610682" y="2527892"/>
            <a:ext cx="930320" cy="37170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1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05F699C-D91A-89AE-C763-81F67B653299}"/>
              </a:ext>
            </a:extLst>
          </p:cNvPr>
          <p:cNvSpPr/>
          <p:nvPr/>
        </p:nvSpPr>
        <p:spPr>
          <a:xfrm>
            <a:off x="10111377" y="3000513"/>
            <a:ext cx="930320" cy="37170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1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2C3871E-D4BF-6863-4113-2A6CCFA1C2ED}"/>
              </a:ext>
            </a:extLst>
          </p:cNvPr>
          <p:cNvSpPr/>
          <p:nvPr/>
        </p:nvSpPr>
        <p:spPr>
          <a:xfrm>
            <a:off x="9610682" y="3000513"/>
            <a:ext cx="432434" cy="37170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1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7DF807C-B72B-D5CA-87A7-A0375E3CEDC8}"/>
              </a:ext>
            </a:extLst>
          </p:cNvPr>
          <p:cNvSpPr/>
          <p:nvPr/>
        </p:nvSpPr>
        <p:spPr>
          <a:xfrm>
            <a:off x="10111377" y="3473134"/>
            <a:ext cx="425010" cy="37170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1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97B6813-765D-82DB-176C-1FA1AC7F0154}"/>
              </a:ext>
            </a:extLst>
          </p:cNvPr>
          <p:cNvSpPr/>
          <p:nvPr/>
        </p:nvSpPr>
        <p:spPr>
          <a:xfrm>
            <a:off x="10616687" y="3473134"/>
            <a:ext cx="425010" cy="37170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1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72B200E-A8CE-424A-B485-D1489E0791E5}"/>
              </a:ext>
            </a:extLst>
          </p:cNvPr>
          <p:cNvSpPr/>
          <p:nvPr/>
        </p:nvSpPr>
        <p:spPr>
          <a:xfrm>
            <a:off x="9610682" y="3473134"/>
            <a:ext cx="425010" cy="37170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1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CBA8EE3-D069-086F-5809-43050B824DF3}"/>
              </a:ext>
            </a:extLst>
          </p:cNvPr>
          <p:cNvSpPr/>
          <p:nvPr/>
        </p:nvSpPr>
        <p:spPr>
          <a:xfrm>
            <a:off x="10636533" y="2521740"/>
            <a:ext cx="405164" cy="37170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Cube 28">
            <a:extLst>
              <a:ext uri="{FF2B5EF4-FFF2-40B4-BE49-F238E27FC236}">
                <a16:creationId xmlns:a16="http://schemas.microsoft.com/office/drawing/2014/main" id="{40E01038-A63A-F30A-89A5-20770C7BFE78}"/>
              </a:ext>
            </a:extLst>
          </p:cNvPr>
          <p:cNvSpPr/>
          <p:nvPr/>
        </p:nvSpPr>
        <p:spPr>
          <a:xfrm>
            <a:off x="9637771" y="6031837"/>
            <a:ext cx="405164" cy="371708"/>
          </a:xfrm>
          <a:prstGeom prst="cub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137FCA0-B552-CB8C-C25A-280DB655A220}"/>
              </a:ext>
            </a:extLst>
          </p:cNvPr>
          <p:cNvSpPr txBox="1"/>
          <p:nvPr/>
        </p:nvSpPr>
        <p:spPr>
          <a:xfrm>
            <a:off x="10125913" y="5761345"/>
            <a:ext cx="99738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b="1" dirty="0">
                <a:latin typeface="Arial" panose="020B0604020202020204" pitchFamily="34" charset="0"/>
                <a:cs typeface="Arial" panose="020B0604020202020204" pitchFamily="34" charset="0"/>
              </a:rPr>
              <a:t>Angular</a:t>
            </a:r>
            <a:r>
              <a:rPr lang="es-419" sz="1200" dirty="0">
                <a:latin typeface="Arial" panose="020B0604020202020204" pitchFamily="34" charset="0"/>
                <a:cs typeface="Arial" panose="020B0604020202020204" pitchFamily="34" charset="0"/>
              </a:rPr>
              <a:t> (2)</a:t>
            </a:r>
          </a:p>
          <a:p>
            <a:r>
              <a:rPr lang="es-419" sz="1200" dirty="0" err="1">
                <a:latin typeface="Arial" panose="020B0604020202020204" pitchFamily="34" charset="0"/>
                <a:cs typeface="Arial" panose="020B0604020202020204" pitchFamily="34" charset="0"/>
              </a:rPr>
              <a:t>React</a:t>
            </a:r>
            <a:r>
              <a:rPr lang="es-419" sz="1200" dirty="0">
                <a:latin typeface="Arial" panose="020B0604020202020204" pitchFamily="34" charset="0"/>
                <a:cs typeface="Arial" panose="020B0604020202020204" pitchFamily="34" charset="0"/>
              </a:rPr>
              <a:t>**</a:t>
            </a:r>
          </a:p>
          <a:p>
            <a:r>
              <a:rPr lang="es-419" sz="1200" dirty="0" err="1">
                <a:latin typeface="Arial" panose="020B0604020202020204" pitchFamily="34" charset="0"/>
                <a:cs typeface="Arial" panose="020B0604020202020204" pitchFamily="34" charset="0"/>
              </a:rPr>
              <a:t>Vue</a:t>
            </a:r>
            <a:r>
              <a:rPr lang="es-419" sz="1200" dirty="0">
                <a:latin typeface="Arial" panose="020B0604020202020204" pitchFamily="34" charset="0"/>
                <a:cs typeface="Arial" panose="020B0604020202020204" pitchFamily="34" charset="0"/>
              </a:rPr>
              <a:t> (2)</a:t>
            </a:r>
          </a:p>
          <a:p>
            <a:r>
              <a:rPr lang="es-419" sz="1200" dirty="0" err="1">
                <a:latin typeface="Arial" panose="020B0604020202020204" pitchFamily="34" charset="0"/>
                <a:cs typeface="Arial" panose="020B0604020202020204" pitchFamily="34" charset="0"/>
              </a:rPr>
              <a:t>Svelte</a:t>
            </a:r>
            <a:endParaRPr lang="es-419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A002551-33E6-75D8-DC17-5CCCB7D52734}"/>
              </a:ext>
            </a:extLst>
          </p:cNvPr>
          <p:cNvSpPr/>
          <p:nvPr/>
        </p:nvSpPr>
        <p:spPr>
          <a:xfrm>
            <a:off x="208483" y="760491"/>
            <a:ext cx="3675706" cy="22995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15A157F-7EBD-D391-3DEC-89980B6A7CC4}"/>
              </a:ext>
            </a:extLst>
          </p:cNvPr>
          <p:cNvCxnSpPr/>
          <p:nvPr/>
        </p:nvCxnSpPr>
        <p:spPr>
          <a:xfrm>
            <a:off x="208483" y="1055596"/>
            <a:ext cx="367570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1DA8CAC5-D9FF-DB09-A90E-AD5D786F1577}"/>
              </a:ext>
            </a:extLst>
          </p:cNvPr>
          <p:cNvSpPr txBox="1"/>
          <p:nvPr/>
        </p:nvSpPr>
        <p:spPr>
          <a:xfrm>
            <a:off x="244783" y="787650"/>
            <a:ext cx="21302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>
                <a:latin typeface="Arial" panose="020B0604020202020204" pitchFamily="34" charset="0"/>
                <a:cs typeface="Arial" panose="020B0604020202020204" pitchFamily="34" charset="0"/>
              </a:rPr>
              <a:t>www.myapp.com/Home.html</a:t>
            </a:r>
          </a:p>
        </p:txBody>
      </p:sp>
      <p:pic>
        <p:nvPicPr>
          <p:cNvPr id="34" name="Picture 2" descr="Refresh page option - Free arrows icons">
            <a:extLst>
              <a:ext uri="{FF2B5EF4-FFF2-40B4-BE49-F238E27FC236}">
                <a16:creationId xmlns:a16="http://schemas.microsoft.com/office/drawing/2014/main" id="{6C326BEF-6B63-4B7A-2FE7-687AFF09EA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3100" y="1460164"/>
            <a:ext cx="990999" cy="990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D87354D6-42F6-F95E-40F9-7293A2E01048}"/>
              </a:ext>
            </a:extLst>
          </p:cNvPr>
          <p:cNvSpPr txBox="1"/>
          <p:nvPr/>
        </p:nvSpPr>
        <p:spPr>
          <a:xfrm>
            <a:off x="1675493" y="6225328"/>
            <a:ext cx="1236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/>
              <a:t>Responsive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0EF386B-D0AA-DE0E-FDE0-1C85A48804CB}"/>
              </a:ext>
            </a:extLst>
          </p:cNvPr>
          <p:cNvSpPr txBox="1"/>
          <p:nvPr/>
        </p:nvSpPr>
        <p:spPr>
          <a:xfrm>
            <a:off x="5892105" y="6225328"/>
            <a:ext cx="12007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/>
              <a:t>Adaptative</a:t>
            </a:r>
          </a:p>
        </p:txBody>
      </p:sp>
      <p:pic>
        <p:nvPicPr>
          <p:cNvPr id="37" name="Picture 2" descr="Desktop - Free computer icons">
            <a:extLst>
              <a:ext uri="{FF2B5EF4-FFF2-40B4-BE49-F238E27FC236}">
                <a16:creationId xmlns:a16="http://schemas.microsoft.com/office/drawing/2014/main" id="{3504DA56-58F5-4267-8782-CF1E1E6BF5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545" y="4086885"/>
            <a:ext cx="1235100" cy="1235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4" descr="Tablet icon">
            <a:extLst>
              <a:ext uri="{FF2B5EF4-FFF2-40B4-BE49-F238E27FC236}">
                <a16:creationId xmlns:a16="http://schemas.microsoft.com/office/drawing/2014/main" id="{58C11CC8-9B4E-2875-9D04-08374461D1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5155" y="4163550"/>
            <a:ext cx="1064485" cy="1064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8" descr="Teléfono móvil - Iconos gratis de tecnología">
            <a:extLst>
              <a:ext uri="{FF2B5EF4-FFF2-40B4-BE49-F238E27FC236}">
                <a16:creationId xmlns:a16="http://schemas.microsoft.com/office/drawing/2014/main" id="{DF592DEC-F509-469F-F0A8-690BCB8CF1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7775" y="4163550"/>
            <a:ext cx="1064485" cy="1064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2" descr="Desktop - Free computer icons">
            <a:extLst>
              <a:ext uri="{FF2B5EF4-FFF2-40B4-BE49-F238E27FC236}">
                <a16:creationId xmlns:a16="http://schemas.microsoft.com/office/drawing/2014/main" id="{24CA5CD6-CB53-54C0-5372-C5BC7BE3D3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5998" y="4086885"/>
            <a:ext cx="1235100" cy="1235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4" descr="Tablet icon">
            <a:extLst>
              <a:ext uri="{FF2B5EF4-FFF2-40B4-BE49-F238E27FC236}">
                <a16:creationId xmlns:a16="http://schemas.microsoft.com/office/drawing/2014/main" id="{80FF8F9B-05FC-E7B6-BFA6-C4CF02D3A3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1608" y="4163550"/>
            <a:ext cx="1064485" cy="1064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8" descr="Teléfono móvil - Iconos gratis de tecnología">
            <a:extLst>
              <a:ext uri="{FF2B5EF4-FFF2-40B4-BE49-F238E27FC236}">
                <a16:creationId xmlns:a16="http://schemas.microsoft.com/office/drawing/2014/main" id="{2F0588AC-E065-D1D5-AB6C-FF9F129CFD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4228" y="4163550"/>
            <a:ext cx="1064485" cy="1064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3" name="Group 42">
            <a:extLst>
              <a:ext uri="{FF2B5EF4-FFF2-40B4-BE49-F238E27FC236}">
                <a16:creationId xmlns:a16="http://schemas.microsoft.com/office/drawing/2014/main" id="{3C473808-54A6-44FB-F364-35576B564304}"/>
              </a:ext>
            </a:extLst>
          </p:cNvPr>
          <p:cNvGrpSpPr/>
          <p:nvPr/>
        </p:nvGrpSpPr>
        <p:grpSpPr>
          <a:xfrm>
            <a:off x="1035037" y="4362064"/>
            <a:ext cx="704115" cy="423184"/>
            <a:chOff x="5269117" y="2522708"/>
            <a:chExt cx="1376127" cy="827074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6A942588-35C4-8EA2-F5BE-A111525D66F5}"/>
                </a:ext>
              </a:extLst>
            </p:cNvPr>
            <p:cNvSpPr/>
            <p:nvPr/>
          </p:nvSpPr>
          <p:spPr>
            <a:xfrm>
              <a:off x="5269117" y="2522708"/>
              <a:ext cx="1376127" cy="82707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/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8D2C55C5-5A8C-6A8C-6515-D77C6B7DB450}"/>
                </a:ext>
              </a:extLst>
            </p:cNvPr>
            <p:cNvCxnSpPr/>
            <p:nvPr/>
          </p:nvCxnSpPr>
          <p:spPr>
            <a:xfrm>
              <a:off x="5269117" y="2683867"/>
              <a:ext cx="1376127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9724D6E3-925F-D528-B1C8-1922A6894776}"/>
                </a:ext>
              </a:extLst>
            </p:cNvPr>
            <p:cNvCxnSpPr/>
            <p:nvPr/>
          </p:nvCxnSpPr>
          <p:spPr>
            <a:xfrm>
              <a:off x="5442474" y="2522708"/>
              <a:ext cx="0" cy="82707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1CC3C69D-7058-8BB3-5F0F-0C953A55673E}"/>
                </a:ext>
              </a:extLst>
            </p:cNvPr>
            <p:cNvCxnSpPr/>
            <p:nvPr/>
          </p:nvCxnSpPr>
          <p:spPr>
            <a:xfrm>
              <a:off x="5614490" y="2522708"/>
              <a:ext cx="0" cy="82707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8109E1EA-3EDD-269D-DA33-1EBD7FAADAF2}"/>
                </a:ext>
              </a:extLst>
            </p:cNvPr>
            <p:cNvCxnSpPr/>
            <p:nvPr/>
          </p:nvCxnSpPr>
          <p:spPr>
            <a:xfrm>
              <a:off x="5782152" y="2522708"/>
              <a:ext cx="0" cy="82707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1BAC3ACD-3084-6312-74EF-053530BAA4C2}"/>
                </a:ext>
              </a:extLst>
            </p:cNvPr>
            <p:cNvCxnSpPr/>
            <p:nvPr/>
          </p:nvCxnSpPr>
          <p:spPr>
            <a:xfrm>
              <a:off x="5954168" y="2522708"/>
              <a:ext cx="0" cy="82707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4477FE69-E4DC-8918-10CF-B4E342D5FCBA}"/>
                </a:ext>
              </a:extLst>
            </p:cNvPr>
            <p:cNvCxnSpPr/>
            <p:nvPr/>
          </p:nvCxnSpPr>
          <p:spPr>
            <a:xfrm>
              <a:off x="6105959" y="2522708"/>
              <a:ext cx="0" cy="82707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91C7C1CB-5047-0061-58D9-A66F927AFC1F}"/>
                </a:ext>
              </a:extLst>
            </p:cNvPr>
            <p:cNvCxnSpPr/>
            <p:nvPr/>
          </p:nvCxnSpPr>
          <p:spPr>
            <a:xfrm>
              <a:off x="6277975" y="2522708"/>
              <a:ext cx="0" cy="82707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7AA9C494-38A4-A44A-0F3B-FF101D9A98F1}"/>
                </a:ext>
              </a:extLst>
            </p:cNvPr>
            <p:cNvCxnSpPr/>
            <p:nvPr/>
          </p:nvCxnSpPr>
          <p:spPr>
            <a:xfrm>
              <a:off x="6430490" y="2522708"/>
              <a:ext cx="0" cy="82707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0F23EA2F-B9C2-22E3-E848-1AC92EF4BF53}"/>
              </a:ext>
            </a:extLst>
          </p:cNvPr>
          <p:cNvGrpSpPr/>
          <p:nvPr/>
        </p:nvGrpSpPr>
        <p:grpSpPr>
          <a:xfrm>
            <a:off x="2394779" y="4427972"/>
            <a:ext cx="425161" cy="423184"/>
            <a:chOff x="5269117" y="2522708"/>
            <a:chExt cx="830938" cy="827074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8C8126B2-4EEE-1354-C00F-09F0C0F961FB}"/>
                </a:ext>
              </a:extLst>
            </p:cNvPr>
            <p:cNvSpPr/>
            <p:nvPr/>
          </p:nvSpPr>
          <p:spPr>
            <a:xfrm>
              <a:off x="5269119" y="2522708"/>
              <a:ext cx="830936" cy="82707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/>
            </a:p>
          </p:txBody>
        </p: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8A1396D0-9C6B-FD0C-5CFC-FDEC029D8270}"/>
                </a:ext>
              </a:extLst>
            </p:cNvPr>
            <p:cNvCxnSpPr>
              <a:cxnSpLocks/>
            </p:cNvCxnSpPr>
            <p:nvPr/>
          </p:nvCxnSpPr>
          <p:spPr>
            <a:xfrm>
              <a:off x="5269117" y="2683866"/>
              <a:ext cx="830937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5C93CFA4-8A3F-3253-3884-C6B5A76D33DD}"/>
                </a:ext>
              </a:extLst>
            </p:cNvPr>
            <p:cNvCxnSpPr/>
            <p:nvPr/>
          </p:nvCxnSpPr>
          <p:spPr>
            <a:xfrm>
              <a:off x="5442474" y="2522708"/>
              <a:ext cx="0" cy="82707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450804E3-1BD7-170D-5651-09621835E940}"/>
                </a:ext>
              </a:extLst>
            </p:cNvPr>
            <p:cNvCxnSpPr/>
            <p:nvPr/>
          </p:nvCxnSpPr>
          <p:spPr>
            <a:xfrm>
              <a:off x="5614490" y="2522708"/>
              <a:ext cx="0" cy="82707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4F5EE6D8-EF8C-4EE6-A932-C11E36B3036C}"/>
                </a:ext>
              </a:extLst>
            </p:cNvPr>
            <p:cNvCxnSpPr/>
            <p:nvPr/>
          </p:nvCxnSpPr>
          <p:spPr>
            <a:xfrm>
              <a:off x="5782152" y="2522708"/>
              <a:ext cx="0" cy="82707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FEF37B6B-E808-2D0C-062C-06FAEC429F1E}"/>
                </a:ext>
              </a:extLst>
            </p:cNvPr>
            <p:cNvCxnSpPr/>
            <p:nvPr/>
          </p:nvCxnSpPr>
          <p:spPr>
            <a:xfrm>
              <a:off x="5954168" y="2522708"/>
              <a:ext cx="0" cy="82707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0" name="Rectangle 59">
            <a:extLst>
              <a:ext uri="{FF2B5EF4-FFF2-40B4-BE49-F238E27FC236}">
                <a16:creationId xmlns:a16="http://schemas.microsoft.com/office/drawing/2014/main" id="{A249B439-38BD-C780-1CB7-8D7B1BA855DF}"/>
              </a:ext>
            </a:extLst>
          </p:cNvPr>
          <p:cNvSpPr/>
          <p:nvPr/>
        </p:nvSpPr>
        <p:spPr>
          <a:xfrm>
            <a:off x="3387436" y="4372751"/>
            <a:ext cx="425160" cy="15992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F546F940-BD16-6117-9706-1DB8BD7A37A7}"/>
              </a:ext>
            </a:extLst>
          </p:cNvPr>
          <p:cNvSpPr/>
          <p:nvPr/>
        </p:nvSpPr>
        <p:spPr>
          <a:xfrm>
            <a:off x="3387436" y="4598385"/>
            <a:ext cx="425160" cy="15992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EF1DF523-74F6-2EC4-77A7-23163BB25F32}"/>
              </a:ext>
            </a:extLst>
          </p:cNvPr>
          <p:cNvGrpSpPr/>
          <p:nvPr/>
        </p:nvGrpSpPr>
        <p:grpSpPr>
          <a:xfrm>
            <a:off x="5003003" y="4362064"/>
            <a:ext cx="704115" cy="423184"/>
            <a:chOff x="5269117" y="2522708"/>
            <a:chExt cx="1376127" cy="827074"/>
          </a:xfrm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A33042C3-A48B-B162-3D60-3430B07A726A}"/>
                </a:ext>
              </a:extLst>
            </p:cNvPr>
            <p:cNvSpPr/>
            <p:nvPr/>
          </p:nvSpPr>
          <p:spPr>
            <a:xfrm>
              <a:off x="5269117" y="2522708"/>
              <a:ext cx="1376127" cy="82707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/>
            </a:p>
          </p:txBody>
        </p: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4C121DAF-7C27-D7EA-5704-C2B9865C16D0}"/>
                </a:ext>
              </a:extLst>
            </p:cNvPr>
            <p:cNvCxnSpPr/>
            <p:nvPr/>
          </p:nvCxnSpPr>
          <p:spPr>
            <a:xfrm>
              <a:off x="5269117" y="2683867"/>
              <a:ext cx="1376127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09DDEF90-68B4-74C5-236F-7030A284202A}"/>
                </a:ext>
              </a:extLst>
            </p:cNvPr>
            <p:cNvCxnSpPr/>
            <p:nvPr/>
          </p:nvCxnSpPr>
          <p:spPr>
            <a:xfrm>
              <a:off x="5442474" y="2522708"/>
              <a:ext cx="0" cy="82707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CC31571C-6B31-E006-06DD-0B0C61CAB8B6}"/>
                </a:ext>
              </a:extLst>
            </p:cNvPr>
            <p:cNvCxnSpPr/>
            <p:nvPr/>
          </p:nvCxnSpPr>
          <p:spPr>
            <a:xfrm>
              <a:off x="5614490" y="2522708"/>
              <a:ext cx="0" cy="82707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CDF3B2F1-A542-9833-12DE-1300CF3CDE9E}"/>
                </a:ext>
              </a:extLst>
            </p:cNvPr>
            <p:cNvCxnSpPr/>
            <p:nvPr/>
          </p:nvCxnSpPr>
          <p:spPr>
            <a:xfrm>
              <a:off x="5782152" y="2522708"/>
              <a:ext cx="0" cy="82707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AD01F046-7C6D-6748-D9CF-339B6238EDB2}"/>
                </a:ext>
              </a:extLst>
            </p:cNvPr>
            <p:cNvCxnSpPr/>
            <p:nvPr/>
          </p:nvCxnSpPr>
          <p:spPr>
            <a:xfrm>
              <a:off x="5954168" y="2522708"/>
              <a:ext cx="0" cy="82707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CCD93DFB-AA8E-8662-91E0-C234FE17B7B3}"/>
                </a:ext>
              </a:extLst>
            </p:cNvPr>
            <p:cNvCxnSpPr/>
            <p:nvPr/>
          </p:nvCxnSpPr>
          <p:spPr>
            <a:xfrm>
              <a:off x="6105959" y="2522708"/>
              <a:ext cx="0" cy="82707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15866BA-7954-D876-6E97-35966DC932FB}"/>
                </a:ext>
              </a:extLst>
            </p:cNvPr>
            <p:cNvCxnSpPr/>
            <p:nvPr/>
          </p:nvCxnSpPr>
          <p:spPr>
            <a:xfrm>
              <a:off x="6277975" y="2522708"/>
              <a:ext cx="0" cy="82707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00938C9A-ABF2-2554-8478-E0C8208AE237}"/>
                </a:ext>
              </a:extLst>
            </p:cNvPr>
            <p:cNvCxnSpPr/>
            <p:nvPr/>
          </p:nvCxnSpPr>
          <p:spPr>
            <a:xfrm>
              <a:off x="6430490" y="2522708"/>
              <a:ext cx="0" cy="82707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FE833203-836B-2088-FCAC-D93265EB4F3B}"/>
              </a:ext>
            </a:extLst>
          </p:cNvPr>
          <p:cNvGrpSpPr/>
          <p:nvPr/>
        </p:nvGrpSpPr>
        <p:grpSpPr>
          <a:xfrm>
            <a:off x="6361234" y="4427972"/>
            <a:ext cx="425161" cy="423184"/>
            <a:chOff x="5269117" y="2522708"/>
            <a:chExt cx="830938" cy="827074"/>
          </a:xfrm>
        </p:grpSpPr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4F83E1BA-EA2D-4C89-A057-B0DD8EA508ED}"/>
                </a:ext>
              </a:extLst>
            </p:cNvPr>
            <p:cNvSpPr/>
            <p:nvPr/>
          </p:nvSpPr>
          <p:spPr>
            <a:xfrm>
              <a:off x="5269119" y="2522708"/>
              <a:ext cx="830936" cy="82707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/>
            </a:p>
          </p:txBody>
        </p: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F8D6F254-1BAD-C0EE-3DAC-4C80D9F3DDC4}"/>
                </a:ext>
              </a:extLst>
            </p:cNvPr>
            <p:cNvCxnSpPr>
              <a:cxnSpLocks/>
            </p:cNvCxnSpPr>
            <p:nvPr/>
          </p:nvCxnSpPr>
          <p:spPr>
            <a:xfrm>
              <a:off x="5269117" y="2683866"/>
              <a:ext cx="830937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462559DB-95B0-95AC-7AC3-217447366889}"/>
                </a:ext>
              </a:extLst>
            </p:cNvPr>
            <p:cNvCxnSpPr/>
            <p:nvPr/>
          </p:nvCxnSpPr>
          <p:spPr>
            <a:xfrm>
              <a:off x="5442474" y="2522708"/>
              <a:ext cx="0" cy="82707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56CF2A3D-6265-7484-64A9-D976B4E44823}"/>
                </a:ext>
              </a:extLst>
            </p:cNvPr>
            <p:cNvCxnSpPr/>
            <p:nvPr/>
          </p:nvCxnSpPr>
          <p:spPr>
            <a:xfrm>
              <a:off x="5614490" y="2522708"/>
              <a:ext cx="0" cy="82707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C54CFFE7-DCAA-A497-217D-3E4151CD3822}"/>
                </a:ext>
              </a:extLst>
            </p:cNvPr>
            <p:cNvCxnSpPr/>
            <p:nvPr/>
          </p:nvCxnSpPr>
          <p:spPr>
            <a:xfrm>
              <a:off x="5782152" y="2522708"/>
              <a:ext cx="0" cy="82707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5AE9E542-B0B7-B5F0-F743-72D6E1AC7E2E}"/>
                </a:ext>
              </a:extLst>
            </p:cNvPr>
            <p:cNvCxnSpPr/>
            <p:nvPr/>
          </p:nvCxnSpPr>
          <p:spPr>
            <a:xfrm>
              <a:off x="5954168" y="2522708"/>
              <a:ext cx="0" cy="82707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9" name="Rectangle 78">
            <a:extLst>
              <a:ext uri="{FF2B5EF4-FFF2-40B4-BE49-F238E27FC236}">
                <a16:creationId xmlns:a16="http://schemas.microsoft.com/office/drawing/2014/main" id="{0C18D7DD-A4AB-20B4-A875-0490969C47CE}"/>
              </a:ext>
            </a:extLst>
          </p:cNvPr>
          <p:cNvSpPr/>
          <p:nvPr/>
        </p:nvSpPr>
        <p:spPr>
          <a:xfrm>
            <a:off x="7353891" y="4372751"/>
            <a:ext cx="425160" cy="15992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FB3ED4E6-B85E-0F24-11C9-D1908EED4D6E}"/>
              </a:ext>
            </a:extLst>
          </p:cNvPr>
          <p:cNvSpPr/>
          <p:nvPr/>
        </p:nvSpPr>
        <p:spPr>
          <a:xfrm>
            <a:off x="7353891" y="4598385"/>
            <a:ext cx="425160" cy="15992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99F8CD54-0C4C-024B-A0E0-C94303EDF7E7}"/>
              </a:ext>
            </a:extLst>
          </p:cNvPr>
          <p:cNvSpPr/>
          <p:nvPr/>
        </p:nvSpPr>
        <p:spPr>
          <a:xfrm>
            <a:off x="679010" y="5597164"/>
            <a:ext cx="3265986" cy="58847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D2C36FBF-8F4E-9F43-A8A7-B0DB64E90805}"/>
              </a:ext>
            </a:extLst>
          </p:cNvPr>
          <p:cNvCxnSpPr/>
          <p:nvPr/>
        </p:nvCxnSpPr>
        <p:spPr>
          <a:xfrm flipH="1" flipV="1">
            <a:off x="1387095" y="5321985"/>
            <a:ext cx="924908" cy="2751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173C625A-3FB4-DEA7-CFF0-84451CD96C95}"/>
              </a:ext>
            </a:extLst>
          </p:cNvPr>
          <p:cNvCxnSpPr/>
          <p:nvPr/>
        </p:nvCxnSpPr>
        <p:spPr>
          <a:xfrm flipV="1">
            <a:off x="2312003" y="5228035"/>
            <a:ext cx="295395" cy="3691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3959F3E2-1120-C7BD-C03E-003DF3B4B514}"/>
              </a:ext>
            </a:extLst>
          </p:cNvPr>
          <p:cNvCxnSpPr>
            <a:cxnSpLocks/>
          </p:cNvCxnSpPr>
          <p:nvPr/>
        </p:nvCxnSpPr>
        <p:spPr>
          <a:xfrm flipV="1">
            <a:off x="2312003" y="5228035"/>
            <a:ext cx="1288015" cy="3691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Rectangle 84">
            <a:extLst>
              <a:ext uri="{FF2B5EF4-FFF2-40B4-BE49-F238E27FC236}">
                <a16:creationId xmlns:a16="http://schemas.microsoft.com/office/drawing/2014/main" id="{BD3E76E2-0D2A-97A2-C2D1-E783AC4F792D}"/>
              </a:ext>
            </a:extLst>
          </p:cNvPr>
          <p:cNvSpPr/>
          <p:nvPr/>
        </p:nvSpPr>
        <p:spPr>
          <a:xfrm>
            <a:off x="769545" y="5689610"/>
            <a:ext cx="939252" cy="44327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Desktop.js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03BB283F-B923-D08B-95A4-39B109DDF2E8}"/>
              </a:ext>
            </a:extLst>
          </p:cNvPr>
          <p:cNvSpPr/>
          <p:nvPr/>
        </p:nvSpPr>
        <p:spPr>
          <a:xfrm>
            <a:off x="2911857" y="5689610"/>
            <a:ext cx="939252" cy="44327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Mobile.js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3EFF52D2-1CFA-ED06-574E-49C6705E7FFE}"/>
              </a:ext>
            </a:extLst>
          </p:cNvPr>
          <p:cNvSpPr/>
          <p:nvPr/>
        </p:nvSpPr>
        <p:spPr>
          <a:xfrm>
            <a:off x="1855801" y="5689610"/>
            <a:ext cx="939252" cy="44327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Tablet.js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A4D5F55D-EE8F-02E8-5564-8FEEC662F9D3}"/>
              </a:ext>
            </a:extLst>
          </p:cNvPr>
          <p:cNvSpPr/>
          <p:nvPr/>
        </p:nvSpPr>
        <p:spPr>
          <a:xfrm>
            <a:off x="4499287" y="5597164"/>
            <a:ext cx="1108610" cy="58847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7EB71727-76EE-6CE4-EF8E-E992C6DBF3A3}"/>
              </a:ext>
            </a:extLst>
          </p:cNvPr>
          <p:cNvSpPr/>
          <p:nvPr/>
        </p:nvSpPr>
        <p:spPr>
          <a:xfrm>
            <a:off x="4589822" y="5689610"/>
            <a:ext cx="939252" cy="44327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Desktop.js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F3063FF6-6526-976B-E92F-CDD57C212736}"/>
              </a:ext>
            </a:extLst>
          </p:cNvPr>
          <p:cNvSpPr/>
          <p:nvPr/>
        </p:nvSpPr>
        <p:spPr>
          <a:xfrm>
            <a:off x="7434920" y="5689610"/>
            <a:ext cx="939252" cy="44327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Mobile.js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AE4185FD-F270-5EB6-9635-3AB26148A0BB}"/>
              </a:ext>
            </a:extLst>
          </p:cNvPr>
          <p:cNvSpPr/>
          <p:nvPr/>
        </p:nvSpPr>
        <p:spPr>
          <a:xfrm>
            <a:off x="5984770" y="5689610"/>
            <a:ext cx="939252" cy="44327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Tablet.js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124ACBCE-4C02-C0D4-4A11-4B949B2D4F48}"/>
              </a:ext>
            </a:extLst>
          </p:cNvPr>
          <p:cNvSpPr/>
          <p:nvPr/>
        </p:nvSpPr>
        <p:spPr>
          <a:xfrm>
            <a:off x="5900091" y="5597164"/>
            <a:ext cx="1108610" cy="58847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19B9E1A7-39AE-99EB-4E63-22D7D9D530E0}"/>
              </a:ext>
            </a:extLst>
          </p:cNvPr>
          <p:cNvSpPr/>
          <p:nvPr/>
        </p:nvSpPr>
        <p:spPr>
          <a:xfrm>
            <a:off x="7350241" y="5597164"/>
            <a:ext cx="1108610" cy="58847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5C378A89-3D24-9FCF-0300-0FF644335586}"/>
              </a:ext>
            </a:extLst>
          </p:cNvPr>
          <p:cNvCxnSpPr>
            <a:stCxn id="88" idx="0"/>
          </p:cNvCxnSpPr>
          <p:nvPr/>
        </p:nvCxnSpPr>
        <p:spPr>
          <a:xfrm flipV="1">
            <a:off x="5053592" y="5321985"/>
            <a:ext cx="299956" cy="2751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06074B05-D3B0-D809-8032-D19B2DF3C6CD}"/>
              </a:ext>
            </a:extLst>
          </p:cNvPr>
          <p:cNvCxnSpPr>
            <a:stCxn id="92" idx="0"/>
          </p:cNvCxnSpPr>
          <p:nvPr/>
        </p:nvCxnSpPr>
        <p:spPr>
          <a:xfrm flipV="1">
            <a:off x="6454396" y="5228035"/>
            <a:ext cx="119455" cy="3691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9F656097-5894-86C7-D739-56877FE26708}"/>
              </a:ext>
            </a:extLst>
          </p:cNvPr>
          <p:cNvCxnSpPr>
            <a:stCxn id="93" idx="0"/>
          </p:cNvCxnSpPr>
          <p:nvPr/>
        </p:nvCxnSpPr>
        <p:spPr>
          <a:xfrm flipH="1" flipV="1">
            <a:off x="7566471" y="5228035"/>
            <a:ext cx="338075" cy="3691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8D075AC2-1958-08FB-9B3A-EA37CD97317F}"/>
              </a:ext>
            </a:extLst>
          </p:cNvPr>
          <p:cNvCxnSpPr/>
          <p:nvPr/>
        </p:nvCxnSpPr>
        <p:spPr>
          <a:xfrm flipV="1">
            <a:off x="1387095" y="3060071"/>
            <a:ext cx="659241" cy="10268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C87BA06F-F5BE-928A-F745-3A04C451A6C4}"/>
              </a:ext>
            </a:extLst>
          </p:cNvPr>
          <p:cNvCxnSpPr>
            <a:cxnSpLocks/>
          </p:cNvCxnSpPr>
          <p:nvPr/>
        </p:nvCxnSpPr>
        <p:spPr>
          <a:xfrm flipH="1" flipV="1">
            <a:off x="2046336" y="3060071"/>
            <a:ext cx="561062" cy="11034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3EA50B53-3886-5859-6B55-B404705C2325}"/>
              </a:ext>
            </a:extLst>
          </p:cNvPr>
          <p:cNvCxnSpPr>
            <a:cxnSpLocks/>
          </p:cNvCxnSpPr>
          <p:nvPr/>
        </p:nvCxnSpPr>
        <p:spPr>
          <a:xfrm flipH="1" flipV="1">
            <a:off x="2046336" y="3060071"/>
            <a:ext cx="1553682" cy="11034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0C0386B1-05A0-2B7D-DB2C-285E6669B955}"/>
              </a:ext>
            </a:extLst>
          </p:cNvPr>
          <p:cNvGrpSpPr/>
          <p:nvPr/>
        </p:nvGrpSpPr>
        <p:grpSpPr>
          <a:xfrm>
            <a:off x="4375492" y="2029952"/>
            <a:ext cx="457717" cy="491788"/>
            <a:chOff x="8736594" y="579422"/>
            <a:chExt cx="3096285" cy="3326767"/>
          </a:xfrm>
        </p:grpSpPr>
        <p:sp>
          <p:nvSpPr>
            <p:cNvPr id="101" name="Rectangle: Rounded Corners 100">
              <a:extLst>
                <a:ext uri="{FF2B5EF4-FFF2-40B4-BE49-F238E27FC236}">
                  <a16:creationId xmlns:a16="http://schemas.microsoft.com/office/drawing/2014/main" id="{8155594B-F9A9-0AC1-1C46-48C2F5FC1A53}"/>
                </a:ext>
              </a:extLst>
            </p:cNvPr>
            <p:cNvSpPr/>
            <p:nvPr/>
          </p:nvSpPr>
          <p:spPr>
            <a:xfrm>
              <a:off x="8736594" y="579422"/>
              <a:ext cx="3096285" cy="3326767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 sz="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BF2D705D-95B1-FCC4-4AB9-C8F725ACBB3F}"/>
                </a:ext>
              </a:extLst>
            </p:cNvPr>
            <p:cNvSpPr/>
            <p:nvPr/>
          </p:nvSpPr>
          <p:spPr>
            <a:xfrm>
              <a:off x="8952404" y="950029"/>
              <a:ext cx="1285592" cy="179258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 sz="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7C223C72-D4BC-FFB5-B282-94A309D3258F}"/>
                </a:ext>
              </a:extLst>
            </p:cNvPr>
            <p:cNvSpPr/>
            <p:nvPr/>
          </p:nvSpPr>
          <p:spPr>
            <a:xfrm>
              <a:off x="10547268" y="950029"/>
              <a:ext cx="917634" cy="70084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 sz="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780549C2-29D0-6737-7D85-3C60EC637047}"/>
                </a:ext>
              </a:extLst>
            </p:cNvPr>
            <p:cNvSpPr/>
            <p:nvPr/>
          </p:nvSpPr>
          <p:spPr>
            <a:xfrm>
              <a:off x="10576242" y="3001858"/>
              <a:ext cx="920418" cy="70084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 sz="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7135FB0B-7017-77CD-52BC-3647936F10BB}"/>
                </a:ext>
              </a:extLst>
            </p:cNvPr>
            <p:cNvSpPr/>
            <p:nvPr/>
          </p:nvSpPr>
          <p:spPr>
            <a:xfrm>
              <a:off x="10576242" y="1972543"/>
              <a:ext cx="920418" cy="70084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 sz="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5E3209FF-C4B5-DABF-DD34-868D48F95FCD}"/>
                </a:ext>
              </a:extLst>
            </p:cNvPr>
            <p:cNvSpPr txBox="1"/>
            <p:nvPr/>
          </p:nvSpPr>
          <p:spPr>
            <a:xfrm>
              <a:off x="9016920" y="991639"/>
              <a:ext cx="1661258" cy="7287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419" sz="100" dirty="0">
                  <a:latin typeface="Arial" panose="020B0604020202020204" pitchFamily="34" charset="0"/>
                  <a:cs typeface="Arial" panose="020B0604020202020204" pitchFamily="34" charset="0"/>
                </a:rPr>
                <a:t>Home.html</a:t>
              </a: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485FCA36-55A1-95DE-61C8-278666C97934}"/>
                </a:ext>
              </a:extLst>
            </p:cNvPr>
            <p:cNvSpPr txBox="1"/>
            <p:nvPr/>
          </p:nvSpPr>
          <p:spPr>
            <a:xfrm>
              <a:off x="10495060" y="946309"/>
              <a:ext cx="1249637" cy="7287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s-419" sz="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49A0C104-1125-B5A8-9CC5-5805A6A68CF3}"/>
                </a:ext>
              </a:extLst>
            </p:cNvPr>
            <p:cNvSpPr txBox="1"/>
            <p:nvPr/>
          </p:nvSpPr>
          <p:spPr>
            <a:xfrm>
              <a:off x="10497948" y="3027375"/>
              <a:ext cx="1249637" cy="7287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s-419" sz="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DD75DDF7-7BCB-023E-BF09-55577CA88C5A}"/>
                </a:ext>
              </a:extLst>
            </p:cNvPr>
            <p:cNvSpPr txBox="1"/>
            <p:nvPr/>
          </p:nvSpPr>
          <p:spPr>
            <a:xfrm>
              <a:off x="10526799" y="1998832"/>
              <a:ext cx="1249637" cy="7287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s-419" sz="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" name="Scroll: Vertical 109">
              <a:extLst>
                <a:ext uri="{FF2B5EF4-FFF2-40B4-BE49-F238E27FC236}">
                  <a16:creationId xmlns:a16="http://schemas.microsoft.com/office/drawing/2014/main" id="{CD08089D-6E0A-7C3A-72EE-C2FA919397A4}"/>
                </a:ext>
              </a:extLst>
            </p:cNvPr>
            <p:cNvSpPr/>
            <p:nvPr/>
          </p:nvSpPr>
          <p:spPr>
            <a:xfrm>
              <a:off x="9071947" y="2953706"/>
              <a:ext cx="532373" cy="514345"/>
            </a:xfrm>
            <a:prstGeom prst="verticalScroll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419" sz="1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JS</a:t>
              </a:r>
            </a:p>
          </p:txBody>
        </p:sp>
        <p:sp>
          <p:nvSpPr>
            <p:cNvPr id="111" name="Scroll: Vertical 110">
              <a:extLst>
                <a:ext uri="{FF2B5EF4-FFF2-40B4-BE49-F238E27FC236}">
                  <a16:creationId xmlns:a16="http://schemas.microsoft.com/office/drawing/2014/main" id="{3C9921D0-2715-15C9-1804-E594BB733670}"/>
                </a:ext>
              </a:extLst>
            </p:cNvPr>
            <p:cNvSpPr/>
            <p:nvPr/>
          </p:nvSpPr>
          <p:spPr>
            <a:xfrm>
              <a:off x="9783213" y="2953706"/>
              <a:ext cx="532373" cy="514345"/>
            </a:xfrm>
            <a:prstGeom prst="verticalScroll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419" sz="1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CSS</a:t>
              </a:r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C3D7C4F2-2D4E-370F-8A46-7AB05365AFC6}"/>
                </a:ext>
              </a:extLst>
            </p:cNvPr>
            <p:cNvSpPr/>
            <p:nvPr/>
          </p:nvSpPr>
          <p:spPr>
            <a:xfrm>
              <a:off x="9115367" y="1354612"/>
              <a:ext cx="958960" cy="22376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 sz="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D19F092A-E2F9-2E86-F4C3-5F02C438BA3A}"/>
                </a:ext>
              </a:extLst>
            </p:cNvPr>
            <p:cNvSpPr/>
            <p:nvPr/>
          </p:nvSpPr>
          <p:spPr>
            <a:xfrm>
              <a:off x="9115366" y="1636897"/>
              <a:ext cx="958961" cy="66209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 sz="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B367138C-1596-8F46-BEB9-27AD850E1134}"/>
                </a:ext>
              </a:extLst>
            </p:cNvPr>
            <p:cNvSpPr/>
            <p:nvPr/>
          </p:nvSpPr>
          <p:spPr>
            <a:xfrm>
              <a:off x="9115367" y="2341439"/>
              <a:ext cx="958960" cy="22376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 sz="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71E9E972-E5C6-3787-B24A-73A4CE23C185}"/>
              </a:ext>
            </a:extLst>
          </p:cNvPr>
          <p:cNvGrpSpPr/>
          <p:nvPr/>
        </p:nvGrpSpPr>
        <p:grpSpPr>
          <a:xfrm>
            <a:off x="4973468" y="2029952"/>
            <a:ext cx="457717" cy="491788"/>
            <a:chOff x="8736594" y="579422"/>
            <a:chExt cx="3096285" cy="3326767"/>
          </a:xfrm>
        </p:grpSpPr>
        <p:sp>
          <p:nvSpPr>
            <p:cNvPr id="116" name="Rectangle: Rounded Corners 115">
              <a:extLst>
                <a:ext uri="{FF2B5EF4-FFF2-40B4-BE49-F238E27FC236}">
                  <a16:creationId xmlns:a16="http://schemas.microsoft.com/office/drawing/2014/main" id="{FFBCEEC4-292E-A1E5-69FE-25986CF989CB}"/>
                </a:ext>
              </a:extLst>
            </p:cNvPr>
            <p:cNvSpPr/>
            <p:nvPr/>
          </p:nvSpPr>
          <p:spPr>
            <a:xfrm>
              <a:off x="8736594" y="579422"/>
              <a:ext cx="3096285" cy="3326767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 sz="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53C94540-35F2-7994-4A3F-67A1D1FACDFA}"/>
                </a:ext>
              </a:extLst>
            </p:cNvPr>
            <p:cNvSpPr/>
            <p:nvPr/>
          </p:nvSpPr>
          <p:spPr>
            <a:xfrm>
              <a:off x="8952404" y="950029"/>
              <a:ext cx="1285592" cy="179258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 sz="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8FBF55B5-4BC2-0816-5B29-50FAF691999D}"/>
                </a:ext>
              </a:extLst>
            </p:cNvPr>
            <p:cNvSpPr/>
            <p:nvPr/>
          </p:nvSpPr>
          <p:spPr>
            <a:xfrm>
              <a:off x="10547268" y="950029"/>
              <a:ext cx="917634" cy="70084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 sz="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A971FD11-851E-9464-08B0-1BF0EC0AB8EC}"/>
                </a:ext>
              </a:extLst>
            </p:cNvPr>
            <p:cNvSpPr/>
            <p:nvPr/>
          </p:nvSpPr>
          <p:spPr>
            <a:xfrm>
              <a:off x="10576242" y="3001858"/>
              <a:ext cx="920418" cy="70084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 sz="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098A6FE4-FF3A-F449-3F14-10D9C4D460F9}"/>
                </a:ext>
              </a:extLst>
            </p:cNvPr>
            <p:cNvSpPr/>
            <p:nvPr/>
          </p:nvSpPr>
          <p:spPr>
            <a:xfrm>
              <a:off x="10576242" y="1972543"/>
              <a:ext cx="920418" cy="70084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 sz="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6875F8A0-1625-ED8E-C3F7-4B72A0BA5D38}"/>
                </a:ext>
              </a:extLst>
            </p:cNvPr>
            <p:cNvSpPr txBox="1"/>
            <p:nvPr/>
          </p:nvSpPr>
          <p:spPr>
            <a:xfrm>
              <a:off x="9016920" y="991639"/>
              <a:ext cx="1661258" cy="7287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419" sz="100" dirty="0">
                  <a:latin typeface="Arial" panose="020B0604020202020204" pitchFamily="34" charset="0"/>
                  <a:cs typeface="Arial" panose="020B0604020202020204" pitchFamily="34" charset="0"/>
                </a:rPr>
                <a:t>Home.html</a:t>
              </a:r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0A85F3D3-2F1B-F07C-8252-15E490361B86}"/>
                </a:ext>
              </a:extLst>
            </p:cNvPr>
            <p:cNvSpPr txBox="1"/>
            <p:nvPr/>
          </p:nvSpPr>
          <p:spPr>
            <a:xfrm>
              <a:off x="10495060" y="946309"/>
              <a:ext cx="1249637" cy="7287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s-419" sz="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59480BF1-0ECB-2912-9F37-C4D05455E822}"/>
                </a:ext>
              </a:extLst>
            </p:cNvPr>
            <p:cNvSpPr txBox="1"/>
            <p:nvPr/>
          </p:nvSpPr>
          <p:spPr>
            <a:xfrm>
              <a:off x="10497948" y="3027375"/>
              <a:ext cx="1249637" cy="7287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s-419" sz="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46F27A37-C6C9-7C2C-FC11-AD90846BB7E5}"/>
                </a:ext>
              </a:extLst>
            </p:cNvPr>
            <p:cNvSpPr txBox="1"/>
            <p:nvPr/>
          </p:nvSpPr>
          <p:spPr>
            <a:xfrm>
              <a:off x="10526799" y="1998832"/>
              <a:ext cx="1249637" cy="7287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s-419" sz="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5" name="Scroll: Vertical 124">
              <a:extLst>
                <a:ext uri="{FF2B5EF4-FFF2-40B4-BE49-F238E27FC236}">
                  <a16:creationId xmlns:a16="http://schemas.microsoft.com/office/drawing/2014/main" id="{C8B8BA96-F6FA-0260-354D-A130E920687A}"/>
                </a:ext>
              </a:extLst>
            </p:cNvPr>
            <p:cNvSpPr/>
            <p:nvPr/>
          </p:nvSpPr>
          <p:spPr>
            <a:xfrm>
              <a:off x="9071947" y="2953706"/>
              <a:ext cx="532373" cy="514345"/>
            </a:xfrm>
            <a:prstGeom prst="verticalScroll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419" sz="1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JS</a:t>
              </a:r>
            </a:p>
          </p:txBody>
        </p:sp>
        <p:sp>
          <p:nvSpPr>
            <p:cNvPr id="126" name="Scroll: Vertical 125">
              <a:extLst>
                <a:ext uri="{FF2B5EF4-FFF2-40B4-BE49-F238E27FC236}">
                  <a16:creationId xmlns:a16="http://schemas.microsoft.com/office/drawing/2014/main" id="{F3AA77A6-9350-F02F-A2FD-CFF36F866518}"/>
                </a:ext>
              </a:extLst>
            </p:cNvPr>
            <p:cNvSpPr/>
            <p:nvPr/>
          </p:nvSpPr>
          <p:spPr>
            <a:xfrm>
              <a:off x="9783213" y="2953706"/>
              <a:ext cx="532373" cy="514345"/>
            </a:xfrm>
            <a:prstGeom prst="verticalScroll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419" sz="1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CSS</a:t>
              </a:r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F02754BE-4EC4-3C56-0786-CB10B0CCB752}"/>
                </a:ext>
              </a:extLst>
            </p:cNvPr>
            <p:cNvSpPr/>
            <p:nvPr/>
          </p:nvSpPr>
          <p:spPr>
            <a:xfrm>
              <a:off x="9115367" y="1354612"/>
              <a:ext cx="958960" cy="22376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 sz="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25ABAFE4-8CF3-E2D1-90FE-FCA63BA1F53B}"/>
                </a:ext>
              </a:extLst>
            </p:cNvPr>
            <p:cNvSpPr/>
            <p:nvPr/>
          </p:nvSpPr>
          <p:spPr>
            <a:xfrm>
              <a:off x="9115366" y="1636897"/>
              <a:ext cx="958961" cy="66209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 sz="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7EED4AB2-86B0-9068-28F1-189B1523EA6E}"/>
                </a:ext>
              </a:extLst>
            </p:cNvPr>
            <p:cNvSpPr/>
            <p:nvPr/>
          </p:nvSpPr>
          <p:spPr>
            <a:xfrm>
              <a:off x="9115367" y="2341439"/>
              <a:ext cx="958960" cy="22376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 sz="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7DDA031E-0F34-0E49-8CEE-69C7F24718D8}"/>
              </a:ext>
            </a:extLst>
          </p:cNvPr>
          <p:cNvGrpSpPr/>
          <p:nvPr/>
        </p:nvGrpSpPr>
        <p:grpSpPr>
          <a:xfrm>
            <a:off x="4375492" y="2600846"/>
            <a:ext cx="457717" cy="491788"/>
            <a:chOff x="8736594" y="579422"/>
            <a:chExt cx="3096285" cy="3326767"/>
          </a:xfrm>
        </p:grpSpPr>
        <p:sp>
          <p:nvSpPr>
            <p:cNvPr id="131" name="Rectangle: Rounded Corners 130">
              <a:extLst>
                <a:ext uri="{FF2B5EF4-FFF2-40B4-BE49-F238E27FC236}">
                  <a16:creationId xmlns:a16="http://schemas.microsoft.com/office/drawing/2014/main" id="{01A3A31F-7A06-90F2-5176-57C352C0B34A}"/>
                </a:ext>
              </a:extLst>
            </p:cNvPr>
            <p:cNvSpPr/>
            <p:nvPr/>
          </p:nvSpPr>
          <p:spPr>
            <a:xfrm>
              <a:off x="8736594" y="579422"/>
              <a:ext cx="3096285" cy="3326767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 sz="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9584B959-5B23-973F-EA62-2AD4DB578D18}"/>
                </a:ext>
              </a:extLst>
            </p:cNvPr>
            <p:cNvSpPr/>
            <p:nvPr/>
          </p:nvSpPr>
          <p:spPr>
            <a:xfrm>
              <a:off x="8952404" y="950029"/>
              <a:ext cx="1285592" cy="179258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 sz="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F0ADECF2-85A0-9BA6-36D3-9389C730B07E}"/>
                </a:ext>
              </a:extLst>
            </p:cNvPr>
            <p:cNvSpPr/>
            <p:nvPr/>
          </p:nvSpPr>
          <p:spPr>
            <a:xfrm>
              <a:off x="10547268" y="950029"/>
              <a:ext cx="917634" cy="70084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 sz="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12350A51-8B40-CFB4-5D82-AC71D4F86A8B}"/>
                </a:ext>
              </a:extLst>
            </p:cNvPr>
            <p:cNvSpPr/>
            <p:nvPr/>
          </p:nvSpPr>
          <p:spPr>
            <a:xfrm>
              <a:off x="10576242" y="3001858"/>
              <a:ext cx="920418" cy="70084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 sz="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6A3F1E61-AC63-5805-C750-0BDA3C5C8E98}"/>
                </a:ext>
              </a:extLst>
            </p:cNvPr>
            <p:cNvSpPr/>
            <p:nvPr/>
          </p:nvSpPr>
          <p:spPr>
            <a:xfrm>
              <a:off x="10576242" y="1972543"/>
              <a:ext cx="920418" cy="70084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 sz="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79DC8A4D-B6D8-8596-AE21-E0ED3B0E90B4}"/>
                </a:ext>
              </a:extLst>
            </p:cNvPr>
            <p:cNvSpPr txBox="1"/>
            <p:nvPr/>
          </p:nvSpPr>
          <p:spPr>
            <a:xfrm>
              <a:off x="9016920" y="991639"/>
              <a:ext cx="1661258" cy="7287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419" sz="100" dirty="0">
                  <a:latin typeface="Arial" panose="020B0604020202020204" pitchFamily="34" charset="0"/>
                  <a:cs typeface="Arial" panose="020B0604020202020204" pitchFamily="34" charset="0"/>
                </a:rPr>
                <a:t>Home.html</a:t>
              </a:r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B6F5F4B8-929C-C45B-7052-26715F21C5B7}"/>
                </a:ext>
              </a:extLst>
            </p:cNvPr>
            <p:cNvSpPr txBox="1"/>
            <p:nvPr/>
          </p:nvSpPr>
          <p:spPr>
            <a:xfrm>
              <a:off x="10495060" y="946309"/>
              <a:ext cx="1249637" cy="7287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s-419" sz="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CE94237F-7A79-07F3-CA7D-5FBFB10ACDBE}"/>
                </a:ext>
              </a:extLst>
            </p:cNvPr>
            <p:cNvSpPr txBox="1"/>
            <p:nvPr/>
          </p:nvSpPr>
          <p:spPr>
            <a:xfrm>
              <a:off x="10497948" y="3027375"/>
              <a:ext cx="1249637" cy="7287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s-419" sz="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9E50B256-96AB-279E-BFC1-0698502B187B}"/>
                </a:ext>
              </a:extLst>
            </p:cNvPr>
            <p:cNvSpPr txBox="1"/>
            <p:nvPr/>
          </p:nvSpPr>
          <p:spPr>
            <a:xfrm>
              <a:off x="10526799" y="1998832"/>
              <a:ext cx="1249637" cy="7287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s-419" sz="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0" name="Scroll: Vertical 139">
              <a:extLst>
                <a:ext uri="{FF2B5EF4-FFF2-40B4-BE49-F238E27FC236}">
                  <a16:creationId xmlns:a16="http://schemas.microsoft.com/office/drawing/2014/main" id="{7BA778D5-DEC1-4350-02E0-68AD55008842}"/>
                </a:ext>
              </a:extLst>
            </p:cNvPr>
            <p:cNvSpPr/>
            <p:nvPr/>
          </p:nvSpPr>
          <p:spPr>
            <a:xfrm>
              <a:off x="9071947" y="2953706"/>
              <a:ext cx="532373" cy="514345"/>
            </a:xfrm>
            <a:prstGeom prst="verticalScroll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419" sz="1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JS</a:t>
              </a:r>
            </a:p>
          </p:txBody>
        </p:sp>
        <p:sp>
          <p:nvSpPr>
            <p:cNvPr id="141" name="Scroll: Vertical 140">
              <a:extLst>
                <a:ext uri="{FF2B5EF4-FFF2-40B4-BE49-F238E27FC236}">
                  <a16:creationId xmlns:a16="http://schemas.microsoft.com/office/drawing/2014/main" id="{4D1FAEFD-ADAE-7D97-23BC-C0BE86CF9E5E}"/>
                </a:ext>
              </a:extLst>
            </p:cNvPr>
            <p:cNvSpPr/>
            <p:nvPr/>
          </p:nvSpPr>
          <p:spPr>
            <a:xfrm>
              <a:off x="9783213" y="2953706"/>
              <a:ext cx="532373" cy="514345"/>
            </a:xfrm>
            <a:prstGeom prst="verticalScroll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419" sz="1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CSS</a:t>
              </a:r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970BA7D3-642E-560C-E649-3F135995A118}"/>
                </a:ext>
              </a:extLst>
            </p:cNvPr>
            <p:cNvSpPr/>
            <p:nvPr/>
          </p:nvSpPr>
          <p:spPr>
            <a:xfrm>
              <a:off x="9115367" y="1354612"/>
              <a:ext cx="958960" cy="22376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 sz="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E8BFB629-A678-52D4-A48E-0403D4F21993}"/>
                </a:ext>
              </a:extLst>
            </p:cNvPr>
            <p:cNvSpPr/>
            <p:nvPr/>
          </p:nvSpPr>
          <p:spPr>
            <a:xfrm>
              <a:off x="9115366" y="1636897"/>
              <a:ext cx="958961" cy="66209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 sz="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BDF77465-82B9-E1D7-9D49-A7E092BE2C20}"/>
                </a:ext>
              </a:extLst>
            </p:cNvPr>
            <p:cNvSpPr/>
            <p:nvPr/>
          </p:nvSpPr>
          <p:spPr>
            <a:xfrm>
              <a:off x="9115367" y="2341439"/>
              <a:ext cx="958960" cy="22376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 sz="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5B73BC3E-606B-E475-ED03-C424AE1D898E}"/>
              </a:ext>
            </a:extLst>
          </p:cNvPr>
          <p:cNvGrpSpPr/>
          <p:nvPr/>
        </p:nvGrpSpPr>
        <p:grpSpPr>
          <a:xfrm>
            <a:off x="4973468" y="2600846"/>
            <a:ext cx="457717" cy="491788"/>
            <a:chOff x="8736594" y="579422"/>
            <a:chExt cx="3096285" cy="3326767"/>
          </a:xfrm>
        </p:grpSpPr>
        <p:sp>
          <p:nvSpPr>
            <p:cNvPr id="146" name="Rectangle: Rounded Corners 145">
              <a:extLst>
                <a:ext uri="{FF2B5EF4-FFF2-40B4-BE49-F238E27FC236}">
                  <a16:creationId xmlns:a16="http://schemas.microsoft.com/office/drawing/2014/main" id="{128B65AB-52F6-61A9-A74A-091765AE3325}"/>
                </a:ext>
              </a:extLst>
            </p:cNvPr>
            <p:cNvSpPr/>
            <p:nvPr/>
          </p:nvSpPr>
          <p:spPr>
            <a:xfrm>
              <a:off x="8736594" y="579422"/>
              <a:ext cx="3096285" cy="3326767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 sz="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B947D950-5BCB-A920-9B38-4737DDA50025}"/>
                </a:ext>
              </a:extLst>
            </p:cNvPr>
            <p:cNvSpPr/>
            <p:nvPr/>
          </p:nvSpPr>
          <p:spPr>
            <a:xfrm>
              <a:off x="8952404" y="950029"/>
              <a:ext cx="1285592" cy="179258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 sz="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D7A9A195-C98C-F7C3-98B8-DCA21C4F2BCE}"/>
                </a:ext>
              </a:extLst>
            </p:cNvPr>
            <p:cNvSpPr/>
            <p:nvPr/>
          </p:nvSpPr>
          <p:spPr>
            <a:xfrm>
              <a:off x="10547268" y="950029"/>
              <a:ext cx="917634" cy="70084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 sz="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714D7467-CF8B-40B5-C740-7CC15B0C2DFA}"/>
                </a:ext>
              </a:extLst>
            </p:cNvPr>
            <p:cNvSpPr/>
            <p:nvPr/>
          </p:nvSpPr>
          <p:spPr>
            <a:xfrm>
              <a:off x="10576242" y="3001858"/>
              <a:ext cx="920418" cy="70084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 sz="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778C2A6C-C892-F351-FC49-C24684EFAF8B}"/>
                </a:ext>
              </a:extLst>
            </p:cNvPr>
            <p:cNvSpPr/>
            <p:nvPr/>
          </p:nvSpPr>
          <p:spPr>
            <a:xfrm>
              <a:off x="10576242" y="1972543"/>
              <a:ext cx="920418" cy="70084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 sz="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0D324AC1-4E40-C02D-D101-2A7237D9A523}"/>
                </a:ext>
              </a:extLst>
            </p:cNvPr>
            <p:cNvSpPr txBox="1"/>
            <p:nvPr/>
          </p:nvSpPr>
          <p:spPr>
            <a:xfrm>
              <a:off x="9016920" y="991639"/>
              <a:ext cx="1661258" cy="7287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419" sz="100" dirty="0">
                  <a:latin typeface="Arial" panose="020B0604020202020204" pitchFamily="34" charset="0"/>
                  <a:cs typeface="Arial" panose="020B0604020202020204" pitchFamily="34" charset="0"/>
                </a:rPr>
                <a:t>Home.html</a:t>
              </a:r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B406C50B-24EE-B7F5-12EC-93D1BAD33676}"/>
                </a:ext>
              </a:extLst>
            </p:cNvPr>
            <p:cNvSpPr txBox="1"/>
            <p:nvPr/>
          </p:nvSpPr>
          <p:spPr>
            <a:xfrm>
              <a:off x="10495060" y="946309"/>
              <a:ext cx="1249637" cy="7287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s-419" sz="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F11E057A-A9BF-ACF4-40D9-27E4396E6C71}"/>
                </a:ext>
              </a:extLst>
            </p:cNvPr>
            <p:cNvSpPr txBox="1"/>
            <p:nvPr/>
          </p:nvSpPr>
          <p:spPr>
            <a:xfrm>
              <a:off x="10497948" y="3027375"/>
              <a:ext cx="1249637" cy="7287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s-419" sz="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7F7E2676-5C1F-73D0-F61A-FC28A3B0738A}"/>
                </a:ext>
              </a:extLst>
            </p:cNvPr>
            <p:cNvSpPr txBox="1"/>
            <p:nvPr/>
          </p:nvSpPr>
          <p:spPr>
            <a:xfrm>
              <a:off x="10526799" y="1998832"/>
              <a:ext cx="1249637" cy="7287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s-419" sz="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5" name="Scroll: Vertical 154">
              <a:extLst>
                <a:ext uri="{FF2B5EF4-FFF2-40B4-BE49-F238E27FC236}">
                  <a16:creationId xmlns:a16="http://schemas.microsoft.com/office/drawing/2014/main" id="{6250734A-D92F-1754-0C0D-E7A98E560562}"/>
                </a:ext>
              </a:extLst>
            </p:cNvPr>
            <p:cNvSpPr/>
            <p:nvPr/>
          </p:nvSpPr>
          <p:spPr>
            <a:xfrm>
              <a:off x="9071947" y="2953706"/>
              <a:ext cx="532373" cy="514345"/>
            </a:xfrm>
            <a:prstGeom prst="verticalScroll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419" sz="1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JS</a:t>
              </a:r>
            </a:p>
          </p:txBody>
        </p:sp>
        <p:sp>
          <p:nvSpPr>
            <p:cNvPr id="156" name="Scroll: Vertical 155">
              <a:extLst>
                <a:ext uri="{FF2B5EF4-FFF2-40B4-BE49-F238E27FC236}">
                  <a16:creationId xmlns:a16="http://schemas.microsoft.com/office/drawing/2014/main" id="{B4F5A2A6-249E-20FF-1548-E67D1B08FA34}"/>
                </a:ext>
              </a:extLst>
            </p:cNvPr>
            <p:cNvSpPr/>
            <p:nvPr/>
          </p:nvSpPr>
          <p:spPr>
            <a:xfrm>
              <a:off x="9783213" y="2953706"/>
              <a:ext cx="532373" cy="514345"/>
            </a:xfrm>
            <a:prstGeom prst="verticalScroll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419" sz="1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CSS</a:t>
              </a:r>
            </a:p>
          </p:txBody>
        </p: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12F25AAC-C1CB-9DBF-380F-6FC8100FE5DB}"/>
                </a:ext>
              </a:extLst>
            </p:cNvPr>
            <p:cNvSpPr/>
            <p:nvPr/>
          </p:nvSpPr>
          <p:spPr>
            <a:xfrm>
              <a:off x="9115367" y="1354612"/>
              <a:ext cx="958960" cy="22376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 sz="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3C15B65A-3230-34FF-BEA8-696015EFC66C}"/>
                </a:ext>
              </a:extLst>
            </p:cNvPr>
            <p:cNvSpPr/>
            <p:nvPr/>
          </p:nvSpPr>
          <p:spPr>
            <a:xfrm>
              <a:off x="9115366" y="1636897"/>
              <a:ext cx="958961" cy="66209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 sz="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34FF9074-2939-A573-0ABE-50BCA178C4C9}"/>
                </a:ext>
              </a:extLst>
            </p:cNvPr>
            <p:cNvSpPr/>
            <p:nvPr/>
          </p:nvSpPr>
          <p:spPr>
            <a:xfrm>
              <a:off x="9115367" y="2341439"/>
              <a:ext cx="958960" cy="22376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 sz="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60" name="Rectangle: Rounded Corners 159">
            <a:extLst>
              <a:ext uri="{FF2B5EF4-FFF2-40B4-BE49-F238E27FC236}">
                <a16:creationId xmlns:a16="http://schemas.microsoft.com/office/drawing/2014/main" id="{C6558AB7-D42E-6172-93D0-C9B148687118}"/>
              </a:ext>
            </a:extLst>
          </p:cNvPr>
          <p:cNvSpPr/>
          <p:nvPr/>
        </p:nvSpPr>
        <p:spPr>
          <a:xfrm>
            <a:off x="4282613" y="1941538"/>
            <a:ext cx="1209428" cy="1260825"/>
          </a:xfrm>
          <a:prstGeom prst="round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8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838DC5A0-0DC3-133B-AE4D-734B781DBD3E}"/>
              </a:ext>
            </a:extLst>
          </p:cNvPr>
          <p:cNvGrpSpPr/>
          <p:nvPr/>
        </p:nvGrpSpPr>
        <p:grpSpPr>
          <a:xfrm>
            <a:off x="2727151" y="1893031"/>
            <a:ext cx="457717" cy="491788"/>
            <a:chOff x="8736594" y="579422"/>
            <a:chExt cx="3096285" cy="3326767"/>
          </a:xfrm>
        </p:grpSpPr>
        <p:sp>
          <p:nvSpPr>
            <p:cNvPr id="162" name="Rectangle: Rounded Corners 161">
              <a:extLst>
                <a:ext uri="{FF2B5EF4-FFF2-40B4-BE49-F238E27FC236}">
                  <a16:creationId xmlns:a16="http://schemas.microsoft.com/office/drawing/2014/main" id="{608DA635-C39A-D97B-AB43-7839C071FD6F}"/>
                </a:ext>
              </a:extLst>
            </p:cNvPr>
            <p:cNvSpPr/>
            <p:nvPr/>
          </p:nvSpPr>
          <p:spPr>
            <a:xfrm>
              <a:off x="8736594" y="579422"/>
              <a:ext cx="3096285" cy="3326767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 sz="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3" name="Rectangle 162">
              <a:extLst>
                <a:ext uri="{FF2B5EF4-FFF2-40B4-BE49-F238E27FC236}">
                  <a16:creationId xmlns:a16="http://schemas.microsoft.com/office/drawing/2014/main" id="{248B67C6-903D-D074-7063-6F8B8B6EBAD8}"/>
                </a:ext>
              </a:extLst>
            </p:cNvPr>
            <p:cNvSpPr/>
            <p:nvPr/>
          </p:nvSpPr>
          <p:spPr>
            <a:xfrm>
              <a:off x="8952404" y="950029"/>
              <a:ext cx="1285592" cy="179258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 sz="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91B97241-0CF6-57DB-9374-B8AD268F6C96}"/>
                </a:ext>
              </a:extLst>
            </p:cNvPr>
            <p:cNvSpPr/>
            <p:nvPr/>
          </p:nvSpPr>
          <p:spPr>
            <a:xfrm>
              <a:off x="10547268" y="950029"/>
              <a:ext cx="917634" cy="70084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 sz="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3854FCCD-FEE7-7D68-5B60-56E07C4F3FA4}"/>
                </a:ext>
              </a:extLst>
            </p:cNvPr>
            <p:cNvSpPr/>
            <p:nvPr/>
          </p:nvSpPr>
          <p:spPr>
            <a:xfrm>
              <a:off x="10576242" y="3001858"/>
              <a:ext cx="920418" cy="70084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 sz="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7B0EC209-A4EA-3C5C-94A2-E60205ED9E8C}"/>
                </a:ext>
              </a:extLst>
            </p:cNvPr>
            <p:cNvSpPr/>
            <p:nvPr/>
          </p:nvSpPr>
          <p:spPr>
            <a:xfrm>
              <a:off x="10576242" y="1972543"/>
              <a:ext cx="920418" cy="70084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 sz="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F9052698-114D-0C3A-251D-A9AE5C13DBFC}"/>
                </a:ext>
              </a:extLst>
            </p:cNvPr>
            <p:cNvSpPr txBox="1"/>
            <p:nvPr/>
          </p:nvSpPr>
          <p:spPr>
            <a:xfrm>
              <a:off x="9016920" y="991639"/>
              <a:ext cx="1661258" cy="7287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419" sz="100" dirty="0">
                  <a:latin typeface="Arial" panose="020B0604020202020204" pitchFamily="34" charset="0"/>
                  <a:cs typeface="Arial" panose="020B0604020202020204" pitchFamily="34" charset="0"/>
                </a:rPr>
                <a:t>Home.html</a:t>
              </a:r>
            </a:p>
          </p:txBody>
        </p: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4F06A124-8B36-D3D7-1846-9C19A359BF39}"/>
                </a:ext>
              </a:extLst>
            </p:cNvPr>
            <p:cNvSpPr txBox="1"/>
            <p:nvPr/>
          </p:nvSpPr>
          <p:spPr>
            <a:xfrm>
              <a:off x="10495060" y="946309"/>
              <a:ext cx="1249637" cy="7287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s-419" sz="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32429B3C-703B-8782-EBA4-7FC3D89C909D}"/>
                </a:ext>
              </a:extLst>
            </p:cNvPr>
            <p:cNvSpPr txBox="1"/>
            <p:nvPr/>
          </p:nvSpPr>
          <p:spPr>
            <a:xfrm>
              <a:off x="10497948" y="3027375"/>
              <a:ext cx="1249637" cy="7287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s-419" sz="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0" name="TextBox 169">
              <a:extLst>
                <a:ext uri="{FF2B5EF4-FFF2-40B4-BE49-F238E27FC236}">
                  <a16:creationId xmlns:a16="http://schemas.microsoft.com/office/drawing/2014/main" id="{21E6DE87-44F3-D5C8-A92B-C01BD9A1E740}"/>
                </a:ext>
              </a:extLst>
            </p:cNvPr>
            <p:cNvSpPr txBox="1"/>
            <p:nvPr/>
          </p:nvSpPr>
          <p:spPr>
            <a:xfrm>
              <a:off x="10526799" y="1998832"/>
              <a:ext cx="1249637" cy="7287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s-419" sz="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1" name="Scroll: Vertical 170">
              <a:extLst>
                <a:ext uri="{FF2B5EF4-FFF2-40B4-BE49-F238E27FC236}">
                  <a16:creationId xmlns:a16="http://schemas.microsoft.com/office/drawing/2014/main" id="{56E93268-16DC-533C-63B0-986A5FFA6C33}"/>
                </a:ext>
              </a:extLst>
            </p:cNvPr>
            <p:cNvSpPr/>
            <p:nvPr/>
          </p:nvSpPr>
          <p:spPr>
            <a:xfrm>
              <a:off x="9071947" y="2953706"/>
              <a:ext cx="532373" cy="514345"/>
            </a:xfrm>
            <a:prstGeom prst="verticalScroll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419" sz="1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JS</a:t>
              </a:r>
            </a:p>
          </p:txBody>
        </p:sp>
        <p:sp>
          <p:nvSpPr>
            <p:cNvPr id="172" name="Scroll: Vertical 171">
              <a:extLst>
                <a:ext uri="{FF2B5EF4-FFF2-40B4-BE49-F238E27FC236}">
                  <a16:creationId xmlns:a16="http://schemas.microsoft.com/office/drawing/2014/main" id="{0BC6999E-9786-FBFB-3B75-FEAB5D0B6362}"/>
                </a:ext>
              </a:extLst>
            </p:cNvPr>
            <p:cNvSpPr/>
            <p:nvPr/>
          </p:nvSpPr>
          <p:spPr>
            <a:xfrm>
              <a:off x="9783213" y="2953706"/>
              <a:ext cx="532373" cy="514345"/>
            </a:xfrm>
            <a:prstGeom prst="verticalScroll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419" sz="1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CSS</a:t>
              </a:r>
            </a:p>
          </p:txBody>
        </p:sp>
        <p:sp>
          <p:nvSpPr>
            <p:cNvPr id="173" name="Rectangle 172">
              <a:extLst>
                <a:ext uri="{FF2B5EF4-FFF2-40B4-BE49-F238E27FC236}">
                  <a16:creationId xmlns:a16="http://schemas.microsoft.com/office/drawing/2014/main" id="{36E5F2CC-0634-D9D4-8723-759C4574DD5C}"/>
                </a:ext>
              </a:extLst>
            </p:cNvPr>
            <p:cNvSpPr/>
            <p:nvPr/>
          </p:nvSpPr>
          <p:spPr>
            <a:xfrm>
              <a:off x="9115367" y="1354612"/>
              <a:ext cx="958960" cy="22376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 sz="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0B3CA79C-0E3D-2E9A-13CE-B5CBDD166A0D}"/>
                </a:ext>
              </a:extLst>
            </p:cNvPr>
            <p:cNvSpPr/>
            <p:nvPr/>
          </p:nvSpPr>
          <p:spPr>
            <a:xfrm>
              <a:off x="9115366" y="1636897"/>
              <a:ext cx="958961" cy="66209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 sz="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5" name="Rectangle 174">
              <a:extLst>
                <a:ext uri="{FF2B5EF4-FFF2-40B4-BE49-F238E27FC236}">
                  <a16:creationId xmlns:a16="http://schemas.microsoft.com/office/drawing/2014/main" id="{3D29DA2B-5474-6317-FF47-9BE843B472DC}"/>
                </a:ext>
              </a:extLst>
            </p:cNvPr>
            <p:cNvSpPr/>
            <p:nvPr/>
          </p:nvSpPr>
          <p:spPr>
            <a:xfrm>
              <a:off x="9115367" y="2341439"/>
              <a:ext cx="958960" cy="22376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 sz="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176" name="Connector: Curved 175">
            <a:extLst>
              <a:ext uri="{FF2B5EF4-FFF2-40B4-BE49-F238E27FC236}">
                <a16:creationId xmlns:a16="http://schemas.microsoft.com/office/drawing/2014/main" id="{D3CD7DC2-9FFF-A721-37DD-DD1D2BF2F4B2}"/>
              </a:ext>
            </a:extLst>
          </p:cNvPr>
          <p:cNvCxnSpPr>
            <a:endCxn id="162" idx="0"/>
          </p:cNvCxnSpPr>
          <p:nvPr/>
        </p:nvCxnSpPr>
        <p:spPr>
          <a:xfrm rot="16200000" flipV="1">
            <a:off x="3711721" y="1137321"/>
            <a:ext cx="136921" cy="1648341"/>
          </a:xfrm>
          <a:prstGeom prst="curvedConnector3">
            <a:avLst>
              <a:gd name="adj1" fmla="val 26695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F9C5227B-A9C0-96D4-28E7-F6A41733D90A}"/>
              </a:ext>
            </a:extLst>
          </p:cNvPr>
          <p:cNvGrpSpPr/>
          <p:nvPr/>
        </p:nvGrpSpPr>
        <p:grpSpPr>
          <a:xfrm>
            <a:off x="4356298" y="649409"/>
            <a:ext cx="997221" cy="1071452"/>
            <a:chOff x="8736594" y="579422"/>
            <a:chExt cx="3096285" cy="3326767"/>
          </a:xfrm>
        </p:grpSpPr>
        <p:sp>
          <p:nvSpPr>
            <p:cNvPr id="178" name="Rectangle: Rounded Corners 177">
              <a:extLst>
                <a:ext uri="{FF2B5EF4-FFF2-40B4-BE49-F238E27FC236}">
                  <a16:creationId xmlns:a16="http://schemas.microsoft.com/office/drawing/2014/main" id="{60863A02-B019-2FA2-2D7B-7E9F9C924076}"/>
                </a:ext>
              </a:extLst>
            </p:cNvPr>
            <p:cNvSpPr/>
            <p:nvPr/>
          </p:nvSpPr>
          <p:spPr>
            <a:xfrm>
              <a:off x="8736594" y="579422"/>
              <a:ext cx="3096285" cy="3326767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 sz="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9" name="Rectangle 178">
              <a:extLst>
                <a:ext uri="{FF2B5EF4-FFF2-40B4-BE49-F238E27FC236}">
                  <a16:creationId xmlns:a16="http://schemas.microsoft.com/office/drawing/2014/main" id="{32885D5F-4832-38F2-46E5-668CD27D45BA}"/>
                </a:ext>
              </a:extLst>
            </p:cNvPr>
            <p:cNvSpPr/>
            <p:nvPr/>
          </p:nvSpPr>
          <p:spPr>
            <a:xfrm>
              <a:off x="8952404" y="950029"/>
              <a:ext cx="1285592" cy="179258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 sz="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0" name="Rectangle 179">
              <a:extLst>
                <a:ext uri="{FF2B5EF4-FFF2-40B4-BE49-F238E27FC236}">
                  <a16:creationId xmlns:a16="http://schemas.microsoft.com/office/drawing/2014/main" id="{047CBB13-396A-89A5-8A54-8D9F01ABD85E}"/>
                </a:ext>
              </a:extLst>
            </p:cNvPr>
            <p:cNvSpPr/>
            <p:nvPr/>
          </p:nvSpPr>
          <p:spPr>
            <a:xfrm>
              <a:off x="10547268" y="950029"/>
              <a:ext cx="917634" cy="70084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 sz="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1" name="Rectangle 180">
              <a:extLst>
                <a:ext uri="{FF2B5EF4-FFF2-40B4-BE49-F238E27FC236}">
                  <a16:creationId xmlns:a16="http://schemas.microsoft.com/office/drawing/2014/main" id="{648DF7CC-4DA9-D913-AB2C-D17AAC392B20}"/>
                </a:ext>
              </a:extLst>
            </p:cNvPr>
            <p:cNvSpPr/>
            <p:nvPr/>
          </p:nvSpPr>
          <p:spPr>
            <a:xfrm>
              <a:off x="10576242" y="3001858"/>
              <a:ext cx="920418" cy="70084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 sz="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2" name="Rectangle 181">
              <a:extLst>
                <a:ext uri="{FF2B5EF4-FFF2-40B4-BE49-F238E27FC236}">
                  <a16:creationId xmlns:a16="http://schemas.microsoft.com/office/drawing/2014/main" id="{2FC4368B-B3FA-5463-8C4C-24B16024940C}"/>
                </a:ext>
              </a:extLst>
            </p:cNvPr>
            <p:cNvSpPr/>
            <p:nvPr/>
          </p:nvSpPr>
          <p:spPr>
            <a:xfrm>
              <a:off x="10576242" y="1972543"/>
              <a:ext cx="920418" cy="70084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 sz="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3" name="TextBox 182">
              <a:extLst>
                <a:ext uri="{FF2B5EF4-FFF2-40B4-BE49-F238E27FC236}">
                  <a16:creationId xmlns:a16="http://schemas.microsoft.com/office/drawing/2014/main" id="{5A3810A3-743E-54D6-2BEB-2B28C5BB85B5}"/>
                </a:ext>
              </a:extLst>
            </p:cNvPr>
            <p:cNvSpPr txBox="1"/>
            <p:nvPr/>
          </p:nvSpPr>
          <p:spPr>
            <a:xfrm>
              <a:off x="9016918" y="991637"/>
              <a:ext cx="1528993" cy="5255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419" sz="500" dirty="0">
                  <a:latin typeface="Arial" panose="020B0604020202020204" pitchFamily="34" charset="0"/>
                  <a:cs typeface="Arial" panose="020B0604020202020204" pitchFamily="34" charset="0"/>
                </a:rPr>
                <a:t>Home.html</a:t>
              </a:r>
            </a:p>
          </p:txBody>
        </p:sp>
        <p:sp>
          <p:nvSpPr>
            <p:cNvPr id="184" name="TextBox 183">
              <a:extLst>
                <a:ext uri="{FF2B5EF4-FFF2-40B4-BE49-F238E27FC236}">
                  <a16:creationId xmlns:a16="http://schemas.microsoft.com/office/drawing/2014/main" id="{4FE2C32D-37FB-1729-7291-E211B7C5D6C1}"/>
                </a:ext>
              </a:extLst>
            </p:cNvPr>
            <p:cNvSpPr txBox="1"/>
            <p:nvPr/>
          </p:nvSpPr>
          <p:spPr>
            <a:xfrm>
              <a:off x="10495062" y="946311"/>
              <a:ext cx="1105933" cy="3822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419" sz="200" dirty="0" err="1">
                  <a:latin typeface="Arial" panose="020B0604020202020204" pitchFamily="34" charset="0"/>
                  <a:cs typeface="Arial" panose="020B0604020202020204" pitchFamily="34" charset="0"/>
                </a:rPr>
                <a:t>About.template</a:t>
              </a:r>
              <a:endParaRPr lang="es-419" sz="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5" name="TextBox 184">
              <a:extLst>
                <a:ext uri="{FF2B5EF4-FFF2-40B4-BE49-F238E27FC236}">
                  <a16:creationId xmlns:a16="http://schemas.microsoft.com/office/drawing/2014/main" id="{627FFB94-5035-54FC-D1C3-CCA59578D34D}"/>
                </a:ext>
              </a:extLst>
            </p:cNvPr>
            <p:cNvSpPr txBox="1"/>
            <p:nvPr/>
          </p:nvSpPr>
          <p:spPr>
            <a:xfrm>
              <a:off x="10497946" y="3027377"/>
              <a:ext cx="1170633" cy="3822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419" sz="200" dirty="0" err="1">
                  <a:latin typeface="Arial" panose="020B0604020202020204" pitchFamily="34" charset="0"/>
                  <a:cs typeface="Arial" panose="020B0604020202020204" pitchFamily="34" charset="0"/>
                </a:rPr>
                <a:t>Contact.template</a:t>
              </a:r>
              <a:endParaRPr lang="es-419" sz="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2FF0E542-A8CC-B9BF-9189-8190B9F3C516}"/>
                </a:ext>
              </a:extLst>
            </p:cNvPr>
            <p:cNvSpPr txBox="1"/>
            <p:nvPr/>
          </p:nvSpPr>
          <p:spPr>
            <a:xfrm>
              <a:off x="10526800" y="1998834"/>
              <a:ext cx="1100953" cy="3822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419" sz="200" dirty="0" err="1">
                  <a:latin typeface="Arial" panose="020B0604020202020204" pitchFamily="34" charset="0"/>
                  <a:cs typeface="Arial" panose="020B0604020202020204" pitchFamily="34" charset="0"/>
                </a:rPr>
                <a:t>Sales.template</a:t>
              </a:r>
              <a:endParaRPr lang="es-419" sz="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7" name="Scroll: Vertical 186">
              <a:extLst>
                <a:ext uri="{FF2B5EF4-FFF2-40B4-BE49-F238E27FC236}">
                  <a16:creationId xmlns:a16="http://schemas.microsoft.com/office/drawing/2014/main" id="{EB971A0F-D20C-E545-386A-A871397B5092}"/>
                </a:ext>
              </a:extLst>
            </p:cNvPr>
            <p:cNvSpPr/>
            <p:nvPr/>
          </p:nvSpPr>
          <p:spPr>
            <a:xfrm>
              <a:off x="9071947" y="2953706"/>
              <a:ext cx="532373" cy="514345"/>
            </a:xfrm>
            <a:prstGeom prst="verticalScroll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419" sz="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JS</a:t>
              </a:r>
            </a:p>
          </p:txBody>
        </p:sp>
        <p:sp>
          <p:nvSpPr>
            <p:cNvPr id="188" name="Scroll: Vertical 187">
              <a:extLst>
                <a:ext uri="{FF2B5EF4-FFF2-40B4-BE49-F238E27FC236}">
                  <a16:creationId xmlns:a16="http://schemas.microsoft.com/office/drawing/2014/main" id="{949006E2-E4F0-AE5B-0749-CDB6F2C04658}"/>
                </a:ext>
              </a:extLst>
            </p:cNvPr>
            <p:cNvSpPr/>
            <p:nvPr/>
          </p:nvSpPr>
          <p:spPr>
            <a:xfrm>
              <a:off x="9783213" y="2953706"/>
              <a:ext cx="532373" cy="514345"/>
            </a:xfrm>
            <a:prstGeom prst="verticalScroll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419" sz="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CSS</a:t>
              </a:r>
            </a:p>
          </p:txBody>
        </p:sp>
        <p:sp>
          <p:nvSpPr>
            <p:cNvPr id="189" name="Rectangle 188">
              <a:extLst>
                <a:ext uri="{FF2B5EF4-FFF2-40B4-BE49-F238E27FC236}">
                  <a16:creationId xmlns:a16="http://schemas.microsoft.com/office/drawing/2014/main" id="{9906CBBA-38DD-2B0A-748E-31D3BE7279BA}"/>
                </a:ext>
              </a:extLst>
            </p:cNvPr>
            <p:cNvSpPr/>
            <p:nvPr/>
          </p:nvSpPr>
          <p:spPr>
            <a:xfrm>
              <a:off x="9115367" y="1354612"/>
              <a:ext cx="958960" cy="22376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419" sz="2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Header</a:t>
              </a:r>
              <a:endParaRPr lang="es-419" sz="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0" name="Rectangle 189">
              <a:extLst>
                <a:ext uri="{FF2B5EF4-FFF2-40B4-BE49-F238E27FC236}">
                  <a16:creationId xmlns:a16="http://schemas.microsoft.com/office/drawing/2014/main" id="{878E1D6B-C867-403C-D2A4-EC15544541AA}"/>
                </a:ext>
              </a:extLst>
            </p:cNvPr>
            <p:cNvSpPr/>
            <p:nvPr/>
          </p:nvSpPr>
          <p:spPr>
            <a:xfrm>
              <a:off x="9115367" y="1636898"/>
              <a:ext cx="958960" cy="66209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419" sz="2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Body</a:t>
              </a:r>
              <a:endParaRPr lang="es-419" sz="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1" name="Rectangle 190">
              <a:extLst>
                <a:ext uri="{FF2B5EF4-FFF2-40B4-BE49-F238E27FC236}">
                  <a16:creationId xmlns:a16="http://schemas.microsoft.com/office/drawing/2014/main" id="{A623954B-5BBB-B230-E382-1C0A95A7E641}"/>
                </a:ext>
              </a:extLst>
            </p:cNvPr>
            <p:cNvSpPr/>
            <p:nvPr/>
          </p:nvSpPr>
          <p:spPr>
            <a:xfrm>
              <a:off x="9115367" y="2341439"/>
              <a:ext cx="958960" cy="22376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419" sz="2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Footer</a:t>
              </a:r>
              <a:endParaRPr lang="es-419" sz="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559422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D54D3FA-2488-77CD-D338-A36BCD4A6204}"/>
              </a:ext>
            </a:extLst>
          </p:cNvPr>
          <p:cNvSpPr/>
          <p:nvPr/>
        </p:nvSpPr>
        <p:spPr>
          <a:xfrm>
            <a:off x="1037022" y="1653003"/>
            <a:ext cx="1078181" cy="63284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050" dirty="0" err="1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Component</a:t>
            </a:r>
            <a:r>
              <a:rPr lang="es-419" sz="105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862704D-7BF2-C7D6-52A3-FCCDA546231E}"/>
              </a:ext>
            </a:extLst>
          </p:cNvPr>
          <p:cNvSpPr/>
          <p:nvPr/>
        </p:nvSpPr>
        <p:spPr>
          <a:xfrm>
            <a:off x="2294900" y="1653003"/>
            <a:ext cx="1078181" cy="63284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050" dirty="0" err="1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Component</a:t>
            </a:r>
            <a:r>
              <a:rPr lang="es-419" sz="105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963745C-BE52-EE0D-FAE0-C3BE5B5AFDF4}"/>
              </a:ext>
            </a:extLst>
          </p:cNvPr>
          <p:cNvSpPr/>
          <p:nvPr/>
        </p:nvSpPr>
        <p:spPr>
          <a:xfrm>
            <a:off x="1037022" y="2434294"/>
            <a:ext cx="2336059" cy="63284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050" dirty="0" err="1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Component</a:t>
            </a:r>
            <a:r>
              <a:rPr lang="es-419" sz="105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E8B23D5-0C50-6CED-8F9A-D10A09D0D07A}"/>
              </a:ext>
            </a:extLst>
          </p:cNvPr>
          <p:cNvSpPr/>
          <p:nvPr/>
        </p:nvSpPr>
        <p:spPr>
          <a:xfrm>
            <a:off x="857325" y="1262358"/>
            <a:ext cx="2726704" cy="200010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105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23B80D-47B2-391E-11EB-9CDCE3DFC8D6}"/>
              </a:ext>
            </a:extLst>
          </p:cNvPr>
          <p:cNvSpPr txBox="1"/>
          <p:nvPr/>
        </p:nvSpPr>
        <p:spPr>
          <a:xfrm>
            <a:off x="857325" y="1304577"/>
            <a:ext cx="2726703" cy="239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419" sz="12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2A495C1-AB17-AE90-D343-7E128F2F0B29}"/>
              </a:ext>
            </a:extLst>
          </p:cNvPr>
          <p:cNvSpPr/>
          <p:nvPr/>
        </p:nvSpPr>
        <p:spPr>
          <a:xfrm>
            <a:off x="1037022" y="3846478"/>
            <a:ext cx="1078181" cy="63284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800" dirty="0" err="1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Component</a:t>
            </a:r>
            <a:r>
              <a:rPr lang="es-419" sz="8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A250A5-0E2F-04C3-7341-93D19751E3F9}"/>
              </a:ext>
            </a:extLst>
          </p:cNvPr>
          <p:cNvSpPr/>
          <p:nvPr/>
        </p:nvSpPr>
        <p:spPr>
          <a:xfrm>
            <a:off x="2294900" y="3846478"/>
            <a:ext cx="1078181" cy="63284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800" dirty="0" err="1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Component</a:t>
            </a:r>
            <a:r>
              <a:rPr lang="es-419" sz="8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1945605-35E2-53A2-DD35-48DF5CD38441}"/>
              </a:ext>
            </a:extLst>
          </p:cNvPr>
          <p:cNvSpPr/>
          <p:nvPr/>
        </p:nvSpPr>
        <p:spPr>
          <a:xfrm>
            <a:off x="1037023" y="4627768"/>
            <a:ext cx="695348" cy="63284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800" dirty="0" err="1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Component</a:t>
            </a:r>
            <a:r>
              <a:rPr lang="es-419" sz="8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C8C673C-4FF0-C5DF-6CBE-D55C296BCBCD}"/>
              </a:ext>
            </a:extLst>
          </p:cNvPr>
          <p:cNvSpPr/>
          <p:nvPr/>
        </p:nvSpPr>
        <p:spPr>
          <a:xfrm>
            <a:off x="857325" y="3455833"/>
            <a:ext cx="2726704" cy="200010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105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A6F124-892A-7055-D08C-B49B5A199E79}"/>
              </a:ext>
            </a:extLst>
          </p:cNvPr>
          <p:cNvSpPr txBox="1"/>
          <p:nvPr/>
        </p:nvSpPr>
        <p:spPr>
          <a:xfrm>
            <a:off x="857325" y="3498052"/>
            <a:ext cx="2726703" cy="239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419" sz="12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B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1B4517A-687D-1F03-6D32-D703BD393AB7}"/>
              </a:ext>
            </a:extLst>
          </p:cNvPr>
          <p:cNvSpPr/>
          <p:nvPr/>
        </p:nvSpPr>
        <p:spPr>
          <a:xfrm>
            <a:off x="1869097" y="4627768"/>
            <a:ext cx="695348" cy="63284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800" dirty="0" err="1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Component</a:t>
            </a:r>
            <a:r>
              <a:rPr lang="es-419" sz="8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4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0B35E15-7DB9-DEF6-709D-CB7FB0892FF1}"/>
              </a:ext>
            </a:extLst>
          </p:cNvPr>
          <p:cNvSpPr/>
          <p:nvPr/>
        </p:nvSpPr>
        <p:spPr>
          <a:xfrm>
            <a:off x="2681641" y="4627768"/>
            <a:ext cx="695348" cy="63284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800" dirty="0" err="1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Component</a:t>
            </a:r>
            <a:r>
              <a:rPr lang="es-419" sz="8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4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0174A84-D5F3-01F2-DBEB-0859F1090732}"/>
              </a:ext>
            </a:extLst>
          </p:cNvPr>
          <p:cNvSpPr/>
          <p:nvPr/>
        </p:nvSpPr>
        <p:spPr>
          <a:xfrm>
            <a:off x="615125" y="824839"/>
            <a:ext cx="4437730" cy="482446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105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C433019-B310-6EFF-1A98-16C4A6616CA1}"/>
              </a:ext>
            </a:extLst>
          </p:cNvPr>
          <p:cNvSpPr txBox="1"/>
          <p:nvPr/>
        </p:nvSpPr>
        <p:spPr>
          <a:xfrm>
            <a:off x="857325" y="849102"/>
            <a:ext cx="2726703" cy="239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419" sz="12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</a:t>
            </a:r>
            <a:r>
              <a:rPr lang="es-419" sz="1200" dirty="0" err="1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Feature</a:t>
            </a:r>
            <a:r>
              <a:rPr lang="es-419" sz="12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291C5CF-FACA-EFCD-3797-1BF430C0820C}"/>
              </a:ext>
            </a:extLst>
          </p:cNvPr>
          <p:cNvSpPr/>
          <p:nvPr/>
        </p:nvSpPr>
        <p:spPr>
          <a:xfrm>
            <a:off x="3763724" y="1262355"/>
            <a:ext cx="1078181" cy="63284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050" dirty="0" err="1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Component</a:t>
            </a:r>
            <a:r>
              <a:rPr lang="es-419" sz="105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6AB8618-7363-F64B-1265-69152EBB429D}"/>
              </a:ext>
            </a:extLst>
          </p:cNvPr>
          <p:cNvSpPr/>
          <p:nvPr/>
        </p:nvSpPr>
        <p:spPr>
          <a:xfrm>
            <a:off x="3748098" y="3455831"/>
            <a:ext cx="1078181" cy="63284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800" dirty="0" err="1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Component</a:t>
            </a:r>
            <a:r>
              <a:rPr lang="es-419" sz="8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FDDC1C2-7866-EAEB-E4FD-A6DA8D626A27}"/>
              </a:ext>
            </a:extLst>
          </p:cNvPr>
          <p:cNvSpPr/>
          <p:nvPr/>
        </p:nvSpPr>
        <p:spPr>
          <a:xfrm>
            <a:off x="5638821" y="1651046"/>
            <a:ext cx="1078181" cy="63284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050" dirty="0" err="1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Component</a:t>
            </a:r>
            <a:r>
              <a:rPr lang="es-419" sz="105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AC4FA14-9A8A-49D6-1E9E-1F5F3927A04C}"/>
              </a:ext>
            </a:extLst>
          </p:cNvPr>
          <p:cNvSpPr/>
          <p:nvPr/>
        </p:nvSpPr>
        <p:spPr>
          <a:xfrm>
            <a:off x="6896698" y="1651046"/>
            <a:ext cx="1078181" cy="63284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050" dirty="0" err="1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Component</a:t>
            </a:r>
            <a:r>
              <a:rPr lang="es-419" sz="105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0F7770E-A143-E448-E69B-8B4B2FD4814C}"/>
              </a:ext>
            </a:extLst>
          </p:cNvPr>
          <p:cNvSpPr/>
          <p:nvPr/>
        </p:nvSpPr>
        <p:spPr>
          <a:xfrm>
            <a:off x="5638821" y="2432336"/>
            <a:ext cx="2336059" cy="63284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050" dirty="0" err="1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Component</a:t>
            </a:r>
            <a:r>
              <a:rPr lang="es-419" sz="105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F54E5BE-B2BF-9E86-11A4-CB9C04D4FBCB}"/>
              </a:ext>
            </a:extLst>
          </p:cNvPr>
          <p:cNvSpPr/>
          <p:nvPr/>
        </p:nvSpPr>
        <p:spPr>
          <a:xfrm>
            <a:off x="5459124" y="1260401"/>
            <a:ext cx="2726704" cy="200010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105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C725AFC-CC64-93FD-2477-B3DE1E3785A2}"/>
              </a:ext>
            </a:extLst>
          </p:cNvPr>
          <p:cNvSpPr txBox="1"/>
          <p:nvPr/>
        </p:nvSpPr>
        <p:spPr>
          <a:xfrm>
            <a:off x="5459124" y="1302620"/>
            <a:ext cx="2726703" cy="239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419" sz="12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A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A761E59-9B01-C181-2F07-708E94E0FE1B}"/>
              </a:ext>
            </a:extLst>
          </p:cNvPr>
          <p:cNvSpPr/>
          <p:nvPr/>
        </p:nvSpPr>
        <p:spPr>
          <a:xfrm>
            <a:off x="5638821" y="3844520"/>
            <a:ext cx="1078181" cy="63284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800" dirty="0" err="1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Component</a:t>
            </a:r>
            <a:r>
              <a:rPr lang="es-419" sz="8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DD603ED-53F2-E9C7-EC86-BB2784F3D22C}"/>
              </a:ext>
            </a:extLst>
          </p:cNvPr>
          <p:cNvSpPr/>
          <p:nvPr/>
        </p:nvSpPr>
        <p:spPr>
          <a:xfrm>
            <a:off x="6896698" y="3844520"/>
            <a:ext cx="1078181" cy="63284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800" dirty="0" err="1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Component</a:t>
            </a:r>
            <a:r>
              <a:rPr lang="es-419" sz="8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02E80B8-D5EE-456F-F9EC-CA5064E8D180}"/>
              </a:ext>
            </a:extLst>
          </p:cNvPr>
          <p:cNvSpPr/>
          <p:nvPr/>
        </p:nvSpPr>
        <p:spPr>
          <a:xfrm>
            <a:off x="5638822" y="4625811"/>
            <a:ext cx="695348" cy="63284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800" dirty="0" err="1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Component</a:t>
            </a:r>
            <a:r>
              <a:rPr lang="es-419" sz="8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3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8903F7A-C11C-8EA7-280A-C7EC256049B1}"/>
              </a:ext>
            </a:extLst>
          </p:cNvPr>
          <p:cNvSpPr/>
          <p:nvPr/>
        </p:nvSpPr>
        <p:spPr>
          <a:xfrm>
            <a:off x="5459124" y="3453876"/>
            <a:ext cx="2726704" cy="200010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105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886E2B3-7705-E608-D90B-0AF23011B7F2}"/>
              </a:ext>
            </a:extLst>
          </p:cNvPr>
          <p:cNvSpPr txBox="1"/>
          <p:nvPr/>
        </p:nvSpPr>
        <p:spPr>
          <a:xfrm>
            <a:off x="5459124" y="3496095"/>
            <a:ext cx="2726703" cy="239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419" sz="12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B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56511FE-228D-24F0-A2E5-0B9D5A7E7F77}"/>
              </a:ext>
            </a:extLst>
          </p:cNvPr>
          <p:cNvSpPr/>
          <p:nvPr/>
        </p:nvSpPr>
        <p:spPr>
          <a:xfrm>
            <a:off x="6470896" y="4625811"/>
            <a:ext cx="695348" cy="63284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800" dirty="0" err="1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Component</a:t>
            </a:r>
            <a:r>
              <a:rPr lang="es-419" sz="8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4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1C1B23B-A3F4-615F-4649-806A42AE18BA}"/>
              </a:ext>
            </a:extLst>
          </p:cNvPr>
          <p:cNvSpPr/>
          <p:nvPr/>
        </p:nvSpPr>
        <p:spPr>
          <a:xfrm>
            <a:off x="7283439" y="4625811"/>
            <a:ext cx="695348" cy="63284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800" dirty="0" err="1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Component</a:t>
            </a:r>
            <a:r>
              <a:rPr lang="es-419" sz="8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4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2E1B9F2-BA01-F751-F705-AF1EB1315EF1}"/>
              </a:ext>
            </a:extLst>
          </p:cNvPr>
          <p:cNvSpPr/>
          <p:nvPr/>
        </p:nvSpPr>
        <p:spPr>
          <a:xfrm>
            <a:off x="5216923" y="822882"/>
            <a:ext cx="4437730" cy="482446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105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D6087E6-C99D-4EB1-80F6-A793BF945C72}"/>
              </a:ext>
            </a:extLst>
          </p:cNvPr>
          <p:cNvSpPr txBox="1"/>
          <p:nvPr/>
        </p:nvSpPr>
        <p:spPr>
          <a:xfrm>
            <a:off x="5459124" y="847145"/>
            <a:ext cx="2726703" cy="239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419" sz="12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</a:t>
            </a:r>
            <a:r>
              <a:rPr lang="es-419" sz="1200" dirty="0" err="1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Feature</a:t>
            </a:r>
            <a:r>
              <a:rPr lang="es-419" sz="12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103EABB-F257-9A68-59A6-239CFF2A90BD}"/>
              </a:ext>
            </a:extLst>
          </p:cNvPr>
          <p:cNvSpPr/>
          <p:nvPr/>
        </p:nvSpPr>
        <p:spPr>
          <a:xfrm>
            <a:off x="8365523" y="1260398"/>
            <a:ext cx="1078181" cy="63284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050" dirty="0" err="1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Component</a:t>
            </a:r>
            <a:r>
              <a:rPr lang="es-419" sz="105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13ECC03-FAB1-7900-A4F9-17540C7A4C11}"/>
              </a:ext>
            </a:extLst>
          </p:cNvPr>
          <p:cNvSpPr/>
          <p:nvPr/>
        </p:nvSpPr>
        <p:spPr>
          <a:xfrm>
            <a:off x="8349896" y="3453874"/>
            <a:ext cx="1078181" cy="63284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800" dirty="0" err="1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Component</a:t>
            </a:r>
            <a:r>
              <a:rPr lang="es-419" sz="8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37A76A5-36E3-DA69-88F5-F8DE6B0875BD}"/>
              </a:ext>
            </a:extLst>
          </p:cNvPr>
          <p:cNvSpPr/>
          <p:nvPr/>
        </p:nvSpPr>
        <p:spPr>
          <a:xfrm>
            <a:off x="307818" y="488884"/>
            <a:ext cx="9555181" cy="535965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105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ACF4C45-76AB-31CE-E864-9E7BA1BB7A22}"/>
              </a:ext>
            </a:extLst>
          </p:cNvPr>
          <p:cNvSpPr txBox="1"/>
          <p:nvPr/>
        </p:nvSpPr>
        <p:spPr>
          <a:xfrm>
            <a:off x="3689503" y="508864"/>
            <a:ext cx="2726703" cy="239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419" sz="12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 Module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DC69ADF-F87D-7998-316F-2FEE5B067CE8}"/>
              </a:ext>
            </a:extLst>
          </p:cNvPr>
          <p:cNvSpPr/>
          <p:nvPr/>
        </p:nvSpPr>
        <p:spPr>
          <a:xfrm>
            <a:off x="10105199" y="488884"/>
            <a:ext cx="1078181" cy="63284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050" dirty="0" err="1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Standalone</a:t>
            </a:r>
            <a:endParaRPr lang="es-419" sz="105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419" sz="1050" dirty="0" err="1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Component</a:t>
            </a:r>
            <a:r>
              <a:rPr lang="es-419" sz="105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8C80CBD-9D6D-E4DF-70C9-0ABCB55D3064}"/>
              </a:ext>
            </a:extLst>
          </p:cNvPr>
          <p:cNvSpPr/>
          <p:nvPr/>
        </p:nvSpPr>
        <p:spPr>
          <a:xfrm>
            <a:off x="10105199" y="1422141"/>
            <a:ext cx="1078181" cy="63284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050" dirty="0" err="1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Standalone</a:t>
            </a:r>
            <a:endParaRPr lang="es-419" sz="105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419" sz="1050" dirty="0" err="1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Component</a:t>
            </a:r>
            <a:r>
              <a:rPr lang="es-419" sz="105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84D1B5A-57C8-CDBE-F34E-769E9F1FC561}"/>
              </a:ext>
            </a:extLst>
          </p:cNvPr>
          <p:cNvSpPr/>
          <p:nvPr/>
        </p:nvSpPr>
        <p:spPr>
          <a:xfrm>
            <a:off x="10240620" y="2796155"/>
            <a:ext cx="1078181" cy="63284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050" dirty="0" err="1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Component</a:t>
            </a:r>
            <a:r>
              <a:rPr lang="es-419" sz="105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36AFD0F-83BB-399F-73FD-AC7C0C362B0C}"/>
              </a:ext>
            </a:extLst>
          </p:cNvPr>
          <p:cNvSpPr/>
          <p:nvPr/>
        </p:nvSpPr>
        <p:spPr>
          <a:xfrm>
            <a:off x="10105198" y="2355398"/>
            <a:ext cx="1356839" cy="121166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105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372654B-D6AE-5981-03E7-8CB8196C3932}"/>
              </a:ext>
            </a:extLst>
          </p:cNvPr>
          <p:cNvSpPr txBox="1"/>
          <p:nvPr/>
        </p:nvSpPr>
        <p:spPr>
          <a:xfrm>
            <a:off x="10240620" y="2406906"/>
            <a:ext cx="109405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419" sz="12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Z</a:t>
            </a:r>
          </a:p>
        </p:txBody>
      </p:sp>
      <p:cxnSp>
        <p:nvCxnSpPr>
          <p:cNvPr id="43" name="Connector: Curved 42">
            <a:extLst>
              <a:ext uri="{FF2B5EF4-FFF2-40B4-BE49-F238E27FC236}">
                <a16:creationId xmlns:a16="http://schemas.microsoft.com/office/drawing/2014/main" id="{F467FE7E-3ACF-B897-0976-7391722D5666}"/>
              </a:ext>
            </a:extLst>
          </p:cNvPr>
          <p:cNvCxnSpPr>
            <a:stCxn id="41" idx="3"/>
            <a:endCxn id="39" idx="3"/>
          </p:cNvCxnSpPr>
          <p:nvPr/>
        </p:nvCxnSpPr>
        <p:spPr>
          <a:xfrm flipH="1" flipV="1">
            <a:off x="11183380" y="1738564"/>
            <a:ext cx="278657" cy="1222668"/>
          </a:xfrm>
          <a:prstGeom prst="curvedConnector3">
            <a:avLst>
              <a:gd name="adj1" fmla="val -8203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59906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1B62A25-73E1-B9D8-702B-D801FB1AC966}"/>
              </a:ext>
            </a:extLst>
          </p:cNvPr>
          <p:cNvSpPr txBox="1"/>
          <p:nvPr/>
        </p:nvSpPr>
        <p:spPr>
          <a:xfrm>
            <a:off x="7807767" y="1167249"/>
            <a:ext cx="8166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/>
              <a:t>Net C#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FF2225-B7AB-F2C3-F08B-1783D4D9AB22}"/>
              </a:ext>
            </a:extLst>
          </p:cNvPr>
          <p:cNvSpPr txBox="1"/>
          <p:nvPr/>
        </p:nvSpPr>
        <p:spPr>
          <a:xfrm>
            <a:off x="7807767" y="1683601"/>
            <a:ext cx="5765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/>
              <a:t>Java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5C3F28-3C6B-4CD9-658B-2C8C46AADF20}"/>
              </a:ext>
            </a:extLst>
          </p:cNvPr>
          <p:cNvSpPr txBox="1"/>
          <p:nvPr/>
        </p:nvSpPr>
        <p:spPr>
          <a:xfrm>
            <a:off x="8967002" y="1160403"/>
            <a:ext cx="1037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 err="1"/>
              <a:t>Compiler</a:t>
            </a:r>
            <a:endParaRPr lang="es-419" dirty="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2578C0B9-4E2A-E0AC-DEA8-F58E65DEE6A6}"/>
              </a:ext>
            </a:extLst>
          </p:cNvPr>
          <p:cNvSpPr/>
          <p:nvPr/>
        </p:nvSpPr>
        <p:spPr>
          <a:xfrm>
            <a:off x="8624401" y="1259582"/>
            <a:ext cx="342601" cy="184666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6A6F3A-9347-FD14-235B-79DA143A42F5}"/>
              </a:ext>
            </a:extLst>
          </p:cNvPr>
          <p:cNvSpPr txBox="1"/>
          <p:nvPr/>
        </p:nvSpPr>
        <p:spPr>
          <a:xfrm>
            <a:off x="8967002" y="1676755"/>
            <a:ext cx="1037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 err="1"/>
              <a:t>Compiler</a:t>
            </a:r>
            <a:endParaRPr lang="es-419" dirty="0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883F3A7F-4771-2561-114D-D4494D7E45EC}"/>
              </a:ext>
            </a:extLst>
          </p:cNvPr>
          <p:cNvSpPr/>
          <p:nvPr/>
        </p:nvSpPr>
        <p:spPr>
          <a:xfrm>
            <a:off x="8624401" y="1775934"/>
            <a:ext cx="342601" cy="184666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15593C-E290-DE86-8521-B901ED551979}"/>
              </a:ext>
            </a:extLst>
          </p:cNvPr>
          <p:cNvSpPr txBox="1"/>
          <p:nvPr/>
        </p:nvSpPr>
        <p:spPr>
          <a:xfrm>
            <a:off x="10433663" y="1160403"/>
            <a:ext cx="412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 err="1"/>
              <a:t>dll</a:t>
            </a:r>
            <a:endParaRPr lang="es-419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7E66C6D-B8B5-DC6C-9FF8-D10814BE0E4C}"/>
              </a:ext>
            </a:extLst>
          </p:cNvPr>
          <p:cNvSpPr txBox="1"/>
          <p:nvPr/>
        </p:nvSpPr>
        <p:spPr>
          <a:xfrm>
            <a:off x="10433663" y="1676755"/>
            <a:ext cx="429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 err="1"/>
              <a:t>jar</a:t>
            </a:r>
            <a:endParaRPr lang="es-419" dirty="0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85DFB18C-4B9C-E9EA-E7CD-94C21F386E3E}"/>
              </a:ext>
            </a:extLst>
          </p:cNvPr>
          <p:cNvSpPr/>
          <p:nvPr/>
        </p:nvSpPr>
        <p:spPr>
          <a:xfrm>
            <a:off x="10047763" y="1259582"/>
            <a:ext cx="342601" cy="184666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A36A849A-26CA-4F6A-091E-B87903E40B7A}"/>
              </a:ext>
            </a:extLst>
          </p:cNvPr>
          <p:cNvSpPr/>
          <p:nvPr/>
        </p:nvSpPr>
        <p:spPr>
          <a:xfrm>
            <a:off x="10047763" y="1775934"/>
            <a:ext cx="342601" cy="184666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2E5A429-2F7C-3380-9320-E995B4BEB1EE}"/>
              </a:ext>
            </a:extLst>
          </p:cNvPr>
          <p:cNvSpPr txBox="1"/>
          <p:nvPr/>
        </p:nvSpPr>
        <p:spPr>
          <a:xfrm>
            <a:off x="7442222" y="2199953"/>
            <a:ext cx="1162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 err="1"/>
              <a:t>TypeScript</a:t>
            </a:r>
            <a:endParaRPr lang="es-419" dirty="0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78C3B2BA-7F53-2D87-B5C3-F3597C89616E}"/>
              </a:ext>
            </a:extLst>
          </p:cNvPr>
          <p:cNvSpPr/>
          <p:nvPr/>
        </p:nvSpPr>
        <p:spPr>
          <a:xfrm>
            <a:off x="8624401" y="2313683"/>
            <a:ext cx="342601" cy="184666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CDBC167-9952-2378-39E4-AB46BFF4C231}"/>
              </a:ext>
            </a:extLst>
          </p:cNvPr>
          <p:cNvSpPr txBox="1"/>
          <p:nvPr/>
        </p:nvSpPr>
        <p:spPr>
          <a:xfrm>
            <a:off x="8967002" y="2210093"/>
            <a:ext cx="1103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 err="1"/>
              <a:t>Transpiler</a:t>
            </a:r>
            <a:endParaRPr lang="es-419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B86DE09-614B-8F85-BDF0-4BC5DABFB911}"/>
              </a:ext>
            </a:extLst>
          </p:cNvPr>
          <p:cNvSpPr txBox="1"/>
          <p:nvPr/>
        </p:nvSpPr>
        <p:spPr>
          <a:xfrm>
            <a:off x="10433663" y="2221350"/>
            <a:ext cx="1075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 err="1"/>
              <a:t>javascript</a:t>
            </a:r>
            <a:endParaRPr lang="es-419" dirty="0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E204F285-4740-2077-6D7C-FB0126DF8534}"/>
              </a:ext>
            </a:extLst>
          </p:cNvPr>
          <p:cNvSpPr/>
          <p:nvPr/>
        </p:nvSpPr>
        <p:spPr>
          <a:xfrm>
            <a:off x="10047763" y="2308574"/>
            <a:ext cx="342601" cy="184666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DA258C1-0CEA-EA44-2F64-E0C99C1A82F2}"/>
              </a:ext>
            </a:extLst>
          </p:cNvPr>
          <p:cNvSpPr txBox="1"/>
          <p:nvPr/>
        </p:nvSpPr>
        <p:spPr>
          <a:xfrm>
            <a:off x="5741880" y="635039"/>
            <a:ext cx="11448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/>
              <a:t>NO tipado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A75D461-3299-E89D-DBA4-240E4F275DF1}"/>
              </a:ext>
            </a:extLst>
          </p:cNvPr>
          <p:cNvSpPr txBox="1"/>
          <p:nvPr/>
        </p:nvSpPr>
        <p:spPr>
          <a:xfrm>
            <a:off x="5741880" y="3532712"/>
            <a:ext cx="2065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/>
              <a:t>Fuertemente tipado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637B296-FFF8-2321-DBA9-7A521CEA212B}"/>
              </a:ext>
            </a:extLst>
          </p:cNvPr>
          <p:cNvCxnSpPr/>
          <p:nvPr/>
        </p:nvCxnSpPr>
        <p:spPr>
          <a:xfrm>
            <a:off x="5576935" y="90535"/>
            <a:ext cx="0" cy="65999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50BFF1B2-71E2-5028-E42C-0C4841C5F489}"/>
              </a:ext>
            </a:extLst>
          </p:cNvPr>
          <p:cNvSpPr txBox="1"/>
          <p:nvPr/>
        </p:nvSpPr>
        <p:spPr>
          <a:xfrm>
            <a:off x="5741880" y="1028343"/>
            <a:ext cx="1542217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 err="1"/>
              <a:t>var</a:t>
            </a:r>
            <a:r>
              <a:rPr lang="es-419" dirty="0"/>
              <a:t> A=4</a:t>
            </a:r>
          </a:p>
          <a:p>
            <a:r>
              <a:rPr lang="es-419" dirty="0" err="1"/>
              <a:t>var</a:t>
            </a:r>
            <a:r>
              <a:rPr lang="es-419" dirty="0"/>
              <a:t> A=8</a:t>
            </a:r>
          </a:p>
          <a:p>
            <a:endParaRPr lang="es-419" dirty="0"/>
          </a:p>
          <a:p>
            <a:r>
              <a:rPr lang="es-419" dirty="0"/>
              <a:t>A=false</a:t>
            </a:r>
          </a:p>
          <a:p>
            <a:r>
              <a:rPr lang="es-419" dirty="0"/>
              <a:t>A=“Texto”</a:t>
            </a:r>
          </a:p>
          <a:p>
            <a:endParaRPr lang="es-419" dirty="0"/>
          </a:p>
          <a:p>
            <a:r>
              <a:rPr lang="es-419" dirty="0"/>
              <a:t>B=A/5</a:t>
            </a:r>
          </a:p>
          <a:p>
            <a:endParaRPr lang="es-419" dirty="0"/>
          </a:p>
          <a:p>
            <a:endParaRPr lang="es-419" dirty="0"/>
          </a:p>
          <a:p>
            <a:endParaRPr lang="es-419" dirty="0"/>
          </a:p>
          <a:p>
            <a:endParaRPr lang="es-419" dirty="0"/>
          </a:p>
          <a:p>
            <a:r>
              <a:rPr lang="es-419" dirty="0" err="1"/>
              <a:t>String</a:t>
            </a:r>
            <a:r>
              <a:rPr lang="es-419" dirty="0"/>
              <a:t> a</a:t>
            </a:r>
          </a:p>
          <a:p>
            <a:r>
              <a:rPr lang="es-419" dirty="0" err="1"/>
              <a:t>Number</a:t>
            </a:r>
            <a:r>
              <a:rPr lang="es-419" dirty="0"/>
              <a:t> b</a:t>
            </a:r>
          </a:p>
          <a:p>
            <a:endParaRPr lang="es-419" dirty="0"/>
          </a:p>
          <a:p>
            <a:r>
              <a:rPr lang="es-419" dirty="0"/>
              <a:t>b=2</a:t>
            </a:r>
          </a:p>
          <a:p>
            <a:r>
              <a:rPr lang="es-419" dirty="0"/>
              <a:t>b=false    error</a:t>
            </a:r>
          </a:p>
          <a:p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2433633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604</TotalTime>
  <Words>745</Words>
  <Application>Microsoft Office PowerPoint</Application>
  <PresentationFormat>Widescreen</PresentationFormat>
  <Paragraphs>325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Erick Arostegui Cunza</dc:creator>
  <cp:lastModifiedBy>Erick Arostegui Cunza</cp:lastModifiedBy>
  <cp:revision>31</cp:revision>
  <dcterms:created xsi:type="dcterms:W3CDTF">2023-07-23T14:15:15Z</dcterms:created>
  <dcterms:modified xsi:type="dcterms:W3CDTF">2024-06-02T17:36:55Z</dcterms:modified>
</cp:coreProperties>
</file>