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736B8-C9E7-407D-B9F4-36B3BAB3EA6E}" type="datetimeFigureOut">
              <a:rPr lang="es-419" smtClean="0"/>
              <a:t>14/4/2024</a:t>
            </a:fld>
            <a:endParaRPr lang="es-419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855C4-2713-4CBF-9164-EB03C5266DA6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34802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855C4-2713-4CBF-9164-EB03C5266DA6}" type="slidenum">
              <a:rPr lang="es-419" smtClean="0"/>
              <a:t>4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3588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1797D-88D9-E635-8CA7-FA5517658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761EF0-73A1-29D0-4422-7C5BAEEF5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6D2BF-95D1-0210-C5C0-5F7C685B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818B-46D2-4E63-AE2C-423AB864B321}" type="datetimeFigureOut">
              <a:rPr lang="es-419" smtClean="0"/>
              <a:t>14/4/2024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E5DC0-7F43-AD22-185E-D6E67937A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40BC6-AE7C-A986-52B3-E65F7F82D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743F-68C9-4058-9F4F-7164581F8AEB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44300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F5786-975B-E5F0-8D54-33519DBB9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8AD09-8E73-1773-6013-4A45BE521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F2994-B1BF-9959-85D7-892F1DDB7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818B-46D2-4E63-AE2C-423AB864B321}" type="datetimeFigureOut">
              <a:rPr lang="es-419" smtClean="0"/>
              <a:t>14/4/2024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64D50-A007-E73E-0C85-31CE67B0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101D2-61AA-D90D-7F5E-9019ABCDD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743F-68C9-4058-9F4F-7164581F8AEB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6535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A1505-F7DF-F6E5-1367-8BA77419E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0FBE8-868F-5616-BA99-757372738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EBC8B-354A-F83A-8E07-657E471F5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818B-46D2-4E63-AE2C-423AB864B321}" type="datetimeFigureOut">
              <a:rPr lang="es-419" smtClean="0"/>
              <a:t>14/4/2024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67901-ABEC-B86C-CAB8-0CC2282F2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EE649-0BD6-0AE3-F0D0-7BE269289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743F-68C9-4058-9F4F-7164581F8AEB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11661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2CBF8-4F81-3EC0-8710-8E05097D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8F795-3953-7A6C-99BA-30BDC67940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4D723-ACC5-F550-9398-A62BE25D7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E0EEC-A99F-0FE9-2D5B-AB33A200E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818B-46D2-4E63-AE2C-423AB864B321}" type="datetimeFigureOut">
              <a:rPr lang="es-419" smtClean="0"/>
              <a:t>14/4/2024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7F711-40FC-A4E3-617E-80A0AC738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43177-E2CE-27BD-4768-194CE03D0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743F-68C9-4058-9F4F-7164581F8AEB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59605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2AEE0-A39F-FCAB-9C8C-B80A91D13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6613A-0AFF-EA9A-DE5E-159883FC5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233A0-95FC-F1F8-C1CD-F21095DC8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D3BA2-9478-B43B-1C21-03AF47E0C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C09EC3-4B11-0E5A-0B87-DAFF9C7B8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478CFE-FD49-CE48-088B-E710791FF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818B-46D2-4E63-AE2C-423AB864B321}" type="datetimeFigureOut">
              <a:rPr lang="es-419" smtClean="0"/>
              <a:t>14/4/2024</a:t>
            </a:fld>
            <a:endParaRPr lang="es-419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BBC818-E77C-ACDA-9D25-C2F9A9662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FDDB4-6262-DA7A-87D4-D6202A82B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743F-68C9-4058-9F4F-7164581F8AEB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78928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905B2-CD44-CCF4-1D0D-14B048C9D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A31A2-4A08-115E-533D-700E81DCC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818B-46D2-4E63-AE2C-423AB864B321}" type="datetimeFigureOut">
              <a:rPr lang="es-419" smtClean="0"/>
              <a:t>14/4/2024</a:t>
            </a:fld>
            <a:endParaRPr lang="es-419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F75D01-88E4-D564-8B0C-29C7F071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713BC-4FCE-A3EA-8AD2-1C76AAB3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743F-68C9-4058-9F4F-7164581F8AEB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10062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8F3552-2D75-216E-2730-8681DDA73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818B-46D2-4E63-AE2C-423AB864B321}" type="datetimeFigureOut">
              <a:rPr lang="es-419" smtClean="0"/>
              <a:t>14/4/2024</a:t>
            </a:fld>
            <a:endParaRPr lang="es-419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AED89B-AF34-5EE0-0B93-EDE08845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86797-990B-98CC-3499-D78D6FE68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743F-68C9-4058-9F4F-7164581F8AEB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87534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88040-9B9D-660C-C970-AC1EDC86D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478F7-D435-C9FF-2FEA-AFFDC00C7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B0446C-C5B1-9A1F-5895-246894FA5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92EE0C-DB44-C715-A637-BFB625517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818B-46D2-4E63-AE2C-423AB864B321}" type="datetimeFigureOut">
              <a:rPr lang="es-419" smtClean="0"/>
              <a:t>14/4/2024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7AD28-1994-B011-47F5-DF298901E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D2055-22AA-3469-99CA-78BB0BD42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743F-68C9-4058-9F4F-7164581F8AEB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12079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28115-62D2-216B-1FF4-566D5A3BD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E426D3-40DD-E2ED-6E45-4B4BB5711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9DE092-3BE1-6293-3D14-138CD78C2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FAE32-EA3F-C629-2CA7-D6F97D2EF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818B-46D2-4E63-AE2C-423AB864B321}" type="datetimeFigureOut">
              <a:rPr lang="es-419" smtClean="0"/>
              <a:t>14/4/2024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EA754-44D6-F4D8-9CA9-3764F9F4F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3732E-15AD-1092-0E2E-F69BF4BE7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743F-68C9-4058-9F4F-7164581F8AEB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46266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1E5B-AE5F-4EEC-2C80-CD84D2D7D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E5DA5A-DC30-278A-2413-EFBE728802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B80CD-7B64-7A5E-9B00-CF6A9055A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818B-46D2-4E63-AE2C-423AB864B321}" type="datetimeFigureOut">
              <a:rPr lang="es-419" smtClean="0"/>
              <a:t>14/4/2024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99B02-0193-F602-2978-1E14DDEC4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7C2C5-F4C9-D62D-30F9-EC7FACC67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743F-68C9-4058-9F4F-7164581F8AEB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807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4EAF5F-5A7E-7D26-BBFB-EF441FCB0B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0037A-26CE-248A-4EC6-C272F6C0F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CBED4-61DF-0908-CDE5-E6F80729E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818B-46D2-4E63-AE2C-423AB864B321}" type="datetimeFigureOut">
              <a:rPr lang="es-419" smtClean="0"/>
              <a:t>14/4/2024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85986-AE76-30DD-45CD-E86E1606F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4AB2A-6EE7-5417-8978-DC4FF7E7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743F-68C9-4058-9F4F-7164581F8AEB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19051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58A467-A43B-EAC1-B4DF-F3C13130B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8BBC2-C696-5D2A-D6BD-10DB72C95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74416-8F96-BFEB-48E7-EFC939BE1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0818B-46D2-4E63-AE2C-423AB864B321}" type="datetimeFigureOut">
              <a:rPr lang="es-419" smtClean="0"/>
              <a:t>14/4/2024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EEBC1-5CEA-89CC-03E5-9B0AA2919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DDD01-49C2-A14D-7956-113C79EC24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2743F-68C9-4058-9F4F-7164581F8AEB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39517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3A93A0-7DC5-5CEB-5677-AD1FA594FCC3}"/>
              </a:ext>
            </a:extLst>
          </p:cNvPr>
          <p:cNvSpPr/>
          <p:nvPr/>
        </p:nvSpPr>
        <p:spPr>
          <a:xfrm>
            <a:off x="1816193" y="2824681"/>
            <a:ext cx="1171451" cy="24897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6DBEB-6F8F-ED67-C9B2-5AD4B7908061}"/>
              </a:ext>
            </a:extLst>
          </p:cNvPr>
          <p:cNvSpPr txBox="1"/>
          <p:nvPr/>
        </p:nvSpPr>
        <p:spPr>
          <a:xfrm>
            <a:off x="2014159" y="2483316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  <a:endParaRPr lang="es-4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91F200-629C-191F-BD95-468257AFDE43}"/>
              </a:ext>
            </a:extLst>
          </p:cNvPr>
          <p:cNvSpPr txBox="1"/>
          <p:nvPr/>
        </p:nvSpPr>
        <p:spPr>
          <a:xfrm>
            <a:off x="1862151" y="312130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exe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588D3C-EFD3-3A3F-D70B-A4312379EC26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140433" y="3490637"/>
            <a:ext cx="11414" cy="710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D8D444-972F-B28F-8C48-87474560C315}"/>
              </a:ext>
            </a:extLst>
          </p:cNvPr>
          <p:cNvCxnSpPr/>
          <p:nvPr/>
        </p:nvCxnSpPr>
        <p:spPr>
          <a:xfrm>
            <a:off x="2140432" y="3739081"/>
            <a:ext cx="2782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786-C490-1C60-2F42-1FD0FB75D915}"/>
              </a:ext>
            </a:extLst>
          </p:cNvPr>
          <p:cNvCxnSpPr/>
          <p:nvPr/>
        </p:nvCxnSpPr>
        <p:spPr>
          <a:xfrm>
            <a:off x="2140432" y="4060478"/>
            <a:ext cx="2782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B9A1F219-4E33-0955-DC34-A90AA1A64E7A}"/>
              </a:ext>
            </a:extLst>
          </p:cNvPr>
          <p:cNvSpPr/>
          <p:nvPr/>
        </p:nvSpPr>
        <p:spPr>
          <a:xfrm>
            <a:off x="2415350" y="3611928"/>
            <a:ext cx="215844" cy="21584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8FAB799-1DE3-0869-FB5C-22E0A49E27C6}"/>
              </a:ext>
            </a:extLst>
          </p:cNvPr>
          <p:cNvSpPr/>
          <p:nvPr/>
        </p:nvSpPr>
        <p:spPr>
          <a:xfrm>
            <a:off x="2415350" y="3949063"/>
            <a:ext cx="215844" cy="21584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90060B-1B96-4816-EA23-9C729765C5F1}"/>
              </a:ext>
            </a:extLst>
          </p:cNvPr>
          <p:cNvSpPr/>
          <p:nvPr/>
        </p:nvSpPr>
        <p:spPr>
          <a:xfrm>
            <a:off x="488887" y="3603279"/>
            <a:ext cx="865869" cy="52510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6BA222-600F-3EE5-C4A6-E70DB097831B}"/>
              </a:ext>
            </a:extLst>
          </p:cNvPr>
          <p:cNvSpPr txBox="1"/>
          <p:nvPr/>
        </p:nvSpPr>
        <p:spPr>
          <a:xfrm>
            <a:off x="2987644" y="3103811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GC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452EB7-F80B-59A1-7AE8-C7E9AB5A611D}"/>
              </a:ext>
            </a:extLst>
          </p:cNvPr>
          <p:cNvCxnSpPr/>
          <p:nvPr/>
        </p:nvCxnSpPr>
        <p:spPr>
          <a:xfrm>
            <a:off x="8311081" y="336839"/>
            <a:ext cx="0" cy="59009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0CFA22F-C81C-908F-DC44-8563E13F980F}"/>
              </a:ext>
            </a:extLst>
          </p:cNvPr>
          <p:cNvSpPr/>
          <p:nvPr/>
        </p:nvSpPr>
        <p:spPr>
          <a:xfrm>
            <a:off x="8551059" y="4807143"/>
            <a:ext cx="470395" cy="3241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1761B9-3282-9618-541A-B7F517F3BAC0}"/>
              </a:ext>
            </a:extLst>
          </p:cNvPr>
          <p:cNvSpPr txBox="1"/>
          <p:nvPr/>
        </p:nvSpPr>
        <p:spPr>
          <a:xfrm>
            <a:off x="8700350" y="4250968"/>
            <a:ext cx="322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700" dirty="0"/>
              <a:t>C#</a:t>
            </a:r>
          </a:p>
          <a:p>
            <a:r>
              <a:rPr lang="es-419" sz="700" dirty="0"/>
              <a:t>VB</a:t>
            </a:r>
          </a:p>
          <a:p>
            <a:r>
              <a:rPr lang="es-419" sz="700" dirty="0"/>
              <a:t>C++</a:t>
            </a:r>
          </a:p>
          <a:p>
            <a:r>
              <a:rPr lang="es-419" sz="700" dirty="0"/>
              <a:t>J#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A467AA8-E3E0-EDE7-E87E-E89841097D16}"/>
              </a:ext>
            </a:extLst>
          </p:cNvPr>
          <p:cNvSpPr/>
          <p:nvPr/>
        </p:nvSpPr>
        <p:spPr>
          <a:xfrm>
            <a:off x="9148560" y="4856191"/>
            <a:ext cx="413097" cy="22602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8F4684-5B22-3BC1-86E6-6A179A704873}"/>
              </a:ext>
            </a:extLst>
          </p:cNvPr>
          <p:cNvSpPr/>
          <p:nvPr/>
        </p:nvSpPr>
        <p:spPr>
          <a:xfrm>
            <a:off x="9635165" y="4807143"/>
            <a:ext cx="508900" cy="3241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452EF5-E916-3A91-CEF8-C750ACCD3E97}"/>
              </a:ext>
            </a:extLst>
          </p:cNvPr>
          <p:cNvSpPr txBox="1"/>
          <p:nvPr/>
        </p:nvSpPr>
        <p:spPr>
          <a:xfrm>
            <a:off x="9511516" y="4250968"/>
            <a:ext cx="6976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700" dirty="0" err="1"/>
              <a:t>Compiler</a:t>
            </a:r>
            <a:r>
              <a:rPr lang="es-419" sz="700" dirty="0"/>
              <a:t> C#</a:t>
            </a:r>
          </a:p>
          <a:p>
            <a:r>
              <a:rPr lang="es-419" sz="700" dirty="0" err="1"/>
              <a:t>Compiler</a:t>
            </a:r>
            <a:r>
              <a:rPr lang="es-419" sz="700" dirty="0"/>
              <a:t> VB</a:t>
            </a:r>
          </a:p>
          <a:p>
            <a:r>
              <a:rPr lang="es-419" sz="700" dirty="0" err="1"/>
              <a:t>Compiler</a:t>
            </a:r>
            <a:r>
              <a:rPr lang="es-419" sz="700" dirty="0"/>
              <a:t>  C++</a:t>
            </a:r>
          </a:p>
          <a:p>
            <a:r>
              <a:rPr lang="es-419" sz="700" dirty="0" err="1"/>
              <a:t>Compiler</a:t>
            </a:r>
            <a:r>
              <a:rPr lang="es-419" sz="700" dirty="0"/>
              <a:t> J#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C7AEBD-B9E7-5190-16BE-7FA03DDEF8C5}"/>
              </a:ext>
            </a:extLst>
          </p:cNvPr>
          <p:cNvSpPr/>
          <p:nvPr/>
        </p:nvSpPr>
        <p:spPr>
          <a:xfrm>
            <a:off x="9713464" y="5417256"/>
            <a:ext cx="352302" cy="3241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D55664D-B309-2239-3C77-A7C24BBB64A6}"/>
              </a:ext>
            </a:extLst>
          </p:cNvPr>
          <p:cNvCxnSpPr>
            <a:cxnSpLocks/>
            <a:stCxn id="19" idx="0"/>
            <a:endCxn id="17" idx="2"/>
          </p:cNvCxnSpPr>
          <p:nvPr/>
        </p:nvCxnSpPr>
        <p:spPr>
          <a:xfrm flipV="1">
            <a:off x="9889615" y="5131264"/>
            <a:ext cx="0" cy="285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3872527-042A-31C7-A715-81286975626B}"/>
              </a:ext>
            </a:extLst>
          </p:cNvPr>
          <p:cNvSpPr txBox="1"/>
          <p:nvPr/>
        </p:nvSpPr>
        <p:spPr>
          <a:xfrm>
            <a:off x="9751035" y="5472056"/>
            <a:ext cx="31290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700" dirty="0"/>
              <a:t>CLS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2ED3C3-F95F-2E02-160B-76B5274885A8}"/>
              </a:ext>
            </a:extLst>
          </p:cNvPr>
          <p:cNvSpPr txBox="1"/>
          <p:nvPr/>
        </p:nvSpPr>
        <p:spPr>
          <a:xfrm>
            <a:off x="8541358" y="4887726"/>
            <a:ext cx="53091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700" dirty="0" err="1"/>
              <a:t>Language</a:t>
            </a:r>
            <a:endParaRPr lang="es-419" sz="7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57E62D-677B-716E-7F76-C3CECA5B9B34}"/>
              </a:ext>
            </a:extLst>
          </p:cNvPr>
          <p:cNvSpPr txBox="1"/>
          <p:nvPr/>
        </p:nvSpPr>
        <p:spPr>
          <a:xfrm>
            <a:off x="9612902" y="4861944"/>
            <a:ext cx="51809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700" dirty="0" err="1"/>
              <a:t>Compiler</a:t>
            </a:r>
            <a:endParaRPr lang="es-419" sz="7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E1DA71-54A0-5B43-8572-6C04A3BA2E06}"/>
              </a:ext>
            </a:extLst>
          </p:cNvPr>
          <p:cNvSpPr/>
          <p:nvPr/>
        </p:nvSpPr>
        <p:spPr>
          <a:xfrm>
            <a:off x="10504964" y="4807143"/>
            <a:ext cx="406700" cy="3241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9378851B-F06C-14B8-865A-0E1190BB5179}"/>
              </a:ext>
            </a:extLst>
          </p:cNvPr>
          <p:cNvSpPr/>
          <p:nvPr/>
        </p:nvSpPr>
        <p:spPr>
          <a:xfrm>
            <a:off x="10239725" y="4856191"/>
            <a:ext cx="196625" cy="22602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198F9B-4BB1-E14A-02BA-389B63BC0140}"/>
              </a:ext>
            </a:extLst>
          </p:cNvPr>
          <p:cNvSpPr txBox="1"/>
          <p:nvPr/>
        </p:nvSpPr>
        <p:spPr>
          <a:xfrm>
            <a:off x="10571095" y="4861944"/>
            <a:ext cx="24558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700" dirty="0"/>
              <a:t>IL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B4FF6C99-8BFC-CC25-00DE-D2498642E80D}"/>
              </a:ext>
            </a:extLst>
          </p:cNvPr>
          <p:cNvSpPr/>
          <p:nvPr/>
        </p:nvSpPr>
        <p:spPr>
          <a:xfrm>
            <a:off x="10937813" y="4856191"/>
            <a:ext cx="196625" cy="22602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91A3687-BC0E-FC0B-FB5D-86C2D0D7D4CD}"/>
              </a:ext>
            </a:extLst>
          </p:cNvPr>
          <p:cNvSpPr/>
          <p:nvPr/>
        </p:nvSpPr>
        <p:spPr>
          <a:xfrm>
            <a:off x="11160587" y="4827360"/>
            <a:ext cx="352302" cy="3241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69C955-3C54-B123-C589-FB613EC61801}"/>
              </a:ext>
            </a:extLst>
          </p:cNvPr>
          <p:cNvSpPr txBox="1"/>
          <p:nvPr/>
        </p:nvSpPr>
        <p:spPr>
          <a:xfrm>
            <a:off x="11198158" y="4882160"/>
            <a:ext cx="3193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700" dirty="0"/>
              <a:t>CLR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315151-0734-DEEF-D5D9-153FE1138019}"/>
              </a:ext>
            </a:extLst>
          </p:cNvPr>
          <p:cNvSpPr/>
          <p:nvPr/>
        </p:nvSpPr>
        <p:spPr>
          <a:xfrm>
            <a:off x="9527096" y="2781885"/>
            <a:ext cx="1617201" cy="9470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6F5C2EE-82E6-A73E-B2AD-D1D071A2066F}"/>
              </a:ext>
            </a:extLst>
          </p:cNvPr>
          <p:cNvSpPr/>
          <p:nvPr/>
        </p:nvSpPr>
        <p:spPr>
          <a:xfrm>
            <a:off x="9670587" y="2978590"/>
            <a:ext cx="1396446" cy="5120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EF3FE8-3D05-5F3F-5E9C-65BDE5E58E8F}"/>
              </a:ext>
            </a:extLst>
          </p:cNvPr>
          <p:cNvSpPr txBox="1"/>
          <p:nvPr/>
        </p:nvSpPr>
        <p:spPr>
          <a:xfrm>
            <a:off x="9636126" y="293663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CLR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E5F9D5-AAA2-7137-F3EA-8E00AE49196F}"/>
              </a:ext>
            </a:extLst>
          </p:cNvPr>
          <p:cNvSpPr txBox="1"/>
          <p:nvPr/>
        </p:nvSpPr>
        <p:spPr>
          <a:xfrm>
            <a:off x="8525803" y="2734146"/>
            <a:ext cx="9300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O.S.</a:t>
            </a:r>
          </a:p>
          <a:p>
            <a:r>
              <a:rPr lang="es-419" dirty="0" err="1"/>
              <a:t>Win</a:t>
            </a:r>
            <a:r>
              <a:rPr lang="es-419" dirty="0"/>
              <a:t> 95</a:t>
            </a:r>
          </a:p>
          <a:p>
            <a:r>
              <a:rPr lang="es-419" dirty="0" err="1"/>
              <a:t>Win</a:t>
            </a:r>
            <a:r>
              <a:rPr lang="es-419" dirty="0"/>
              <a:t> Me</a:t>
            </a:r>
          </a:p>
          <a:p>
            <a:r>
              <a:rPr lang="es-419" dirty="0" err="1"/>
              <a:t>Win</a:t>
            </a:r>
            <a:r>
              <a:rPr lang="es-419" dirty="0"/>
              <a:t> 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12954C5-8600-9551-F12F-4EDF025F76B0}"/>
              </a:ext>
            </a:extLst>
          </p:cNvPr>
          <p:cNvSpPr txBox="1"/>
          <p:nvPr/>
        </p:nvSpPr>
        <p:spPr>
          <a:xfrm>
            <a:off x="8962930" y="336839"/>
            <a:ext cx="268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Visual Studio .NET 2001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B4B0007-867C-8ED9-874B-4B8D67A35353}"/>
              </a:ext>
            </a:extLst>
          </p:cNvPr>
          <p:cNvSpPr/>
          <p:nvPr/>
        </p:nvSpPr>
        <p:spPr>
          <a:xfrm>
            <a:off x="8615307" y="733331"/>
            <a:ext cx="3322622" cy="18650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9F7E12-5C1B-3B0E-6251-2DF7FDA9BD8F}"/>
              </a:ext>
            </a:extLst>
          </p:cNvPr>
          <p:cNvSpPr txBox="1"/>
          <p:nvPr/>
        </p:nvSpPr>
        <p:spPr>
          <a:xfrm>
            <a:off x="8986499" y="1113576"/>
            <a:ext cx="5405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C#</a:t>
            </a:r>
          </a:p>
          <a:p>
            <a:r>
              <a:rPr lang="es-419" dirty="0"/>
              <a:t>VB</a:t>
            </a:r>
          </a:p>
          <a:p>
            <a:r>
              <a:rPr lang="es-419" dirty="0"/>
              <a:t>C++</a:t>
            </a:r>
          </a:p>
          <a:p>
            <a:r>
              <a:rPr lang="es-419" dirty="0"/>
              <a:t>J#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EC523FC-5201-B528-2833-29F95CCD2470}"/>
              </a:ext>
            </a:extLst>
          </p:cNvPr>
          <p:cNvSpPr/>
          <p:nvPr/>
        </p:nvSpPr>
        <p:spPr>
          <a:xfrm>
            <a:off x="4725909" y="733331"/>
            <a:ext cx="3322622" cy="18650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F3358F-34C4-176D-9A2E-1BBC863CD628}"/>
              </a:ext>
            </a:extLst>
          </p:cNvPr>
          <p:cNvSpPr txBox="1"/>
          <p:nvPr/>
        </p:nvSpPr>
        <p:spPr>
          <a:xfrm>
            <a:off x="4725909" y="336839"/>
            <a:ext cx="1847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Visual Studio 98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838D61-56C6-5F50-6563-99FD359CA1FC}"/>
              </a:ext>
            </a:extLst>
          </p:cNvPr>
          <p:cNvSpPr txBox="1"/>
          <p:nvPr/>
        </p:nvSpPr>
        <p:spPr>
          <a:xfrm>
            <a:off x="5097101" y="1113576"/>
            <a:ext cx="7387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VB</a:t>
            </a:r>
          </a:p>
          <a:p>
            <a:r>
              <a:rPr lang="es-419" dirty="0" err="1"/>
              <a:t>VFPro</a:t>
            </a:r>
            <a:endParaRPr lang="es-419" dirty="0"/>
          </a:p>
          <a:p>
            <a:r>
              <a:rPr lang="es-419" dirty="0"/>
              <a:t>VC++</a:t>
            </a:r>
          </a:p>
        </p:txBody>
      </p:sp>
      <p:sp>
        <p:nvSpPr>
          <p:cNvPr id="46" name="Arrow: Left 45">
            <a:extLst>
              <a:ext uri="{FF2B5EF4-FFF2-40B4-BE49-F238E27FC236}">
                <a16:creationId xmlns:a16="http://schemas.microsoft.com/office/drawing/2014/main" id="{2E8738C4-EC4F-6B84-C666-5B67E1BD00D6}"/>
              </a:ext>
            </a:extLst>
          </p:cNvPr>
          <p:cNvSpPr/>
          <p:nvPr/>
        </p:nvSpPr>
        <p:spPr>
          <a:xfrm>
            <a:off x="3340729" y="1412341"/>
            <a:ext cx="1086416" cy="543208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29388D-9821-B5DE-8C3B-9D16C22A89B3}"/>
              </a:ext>
            </a:extLst>
          </p:cNvPr>
          <p:cNvSpPr txBox="1"/>
          <p:nvPr/>
        </p:nvSpPr>
        <p:spPr>
          <a:xfrm>
            <a:off x="3631271" y="1043009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exe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8E727D0-8F72-F6FB-DCB2-38479965431D}"/>
              </a:ext>
            </a:extLst>
          </p:cNvPr>
          <p:cNvSpPr/>
          <p:nvPr/>
        </p:nvSpPr>
        <p:spPr>
          <a:xfrm>
            <a:off x="1204111" y="1113576"/>
            <a:ext cx="1430447" cy="8419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Parallelogram 48">
            <a:extLst>
              <a:ext uri="{FF2B5EF4-FFF2-40B4-BE49-F238E27FC236}">
                <a16:creationId xmlns:a16="http://schemas.microsoft.com/office/drawing/2014/main" id="{41AD2161-F6D3-F82F-5774-E1AD77558E81}"/>
              </a:ext>
            </a:extLst>
          </p:cNvPr>
          <p:cNvSpPr/>
          <p:nvPr/>
        </p:nvSpPr>
        <p:spPr>
          <a:xfrm>
            <a:off x="1204111" y="2064190"/>
            <a:ext cx="1430447" cy="380245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9248FB-159A-AC2A-64E5-4F52E83F0D86}"/>
              </a:ext>
            </a:extLst>
          </p:cNvPr>
          <p:cNvSpPr txBox="1"/>
          <p:nvPr/>
        </p:nvSpPr>
        <p:spPr>
          <a:xfrm>
            <a:off x="1354756" y="1113576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>
                <a:latin typeface="Arial" panose="020B0604020202020204" pitchFamily="34" charset="0"/>
                <a:cs typeface="Arial" panose="020B0604020202020204" pitchFamily="34" charset="0"/>
              </a:rPr>
              <a:t>Win</a:t>
            </a:r>
            <a:endParaRPr lang="es-4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84A14F-66A3-5306-0F24-610EE296FF26}"/>
              </a:ext>
            </a:extLst>
          </p:cNvPr>
          <p:cNvSpPr txBox="1"/>
          <p:nvPr/>
        </p:nvSpPr>
        <p:spPr>
          <a:xfrm>
            <a:off x="2016890" y="1543616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exe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85B3535-7164-D7AA-4EE3-885AC1261FD1}"/>
              </a:ext>
            </a:extLst>
          </p:cNvPr>
          <p:cNvSpPr txBox="1"/>
          <p:nvPr/>
        </p:nvSpPr>
        <p:spPr>
          <a:xfrm>
            <a:off x="1090225" y="706171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4DBCBEE-F49B-A315-3D52-28142C8148D2}"/>
              </a:ext>
            </a:extLst>
          </p:cNvPr>
          <p:cNvSpPr/>
          <p:nvPr/>
        </p:nvSpPr>
        <p:spPr>
          <a:xfrm>
            <a:off x="4725909" y="3949063"/>
            <a:ext cx="3228720" cy="21756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3DE7079-B1C3-0825-FCB7-9C761E59CCCC}"/>
              </a:ext>
            </a:extLst>
          </p:cNvPr>
          <p:cNvSpPr/>
          <p:nvPr/>
        </p:nvSpPr>
        <p:spPr>
          <a:xfrm>
            <a:off x="4934139" y="4128380"/>
            <a:ext cx="2866902" cy="18559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C40D126-7D5C-5BE1-8659-0735DA32B91E}"/>
              </a:ext>
            </a:extLst>
          </p:cNvPr>
          <p:cNvSpPr txBox="1"/>
          <p:nvPr/>
        </p:nvSpPr>
        <p:spPr>
          <a:xfrm>
            <a:off x="4911730" y="4128380"/>
            <a:ext cx="220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VM (</a:t>
            </a:r>
            <a:r>
              <a:rPr lang="es-419" dirty="0" err="1"/>
              <a:t>Win</a:t>
            </a:r>
            <a:r>
              <a:rPr lang="es-419" dirty="0"/>
              <a:t>, Linux, Mac)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8BFAF14-D8F0-D9AC-FB3D-9BEB0DDE6837}"/>
              </a:ext>
            </a:extLst>
          </p:cNvPr>
          <p:cNvSpPr/>
          <p:nvPr/>
        </p:nvSpPr>
        <p:spPr>
          <a:xfrm>
            <a:off x="5187635" y="4697493"/>
            <a:ext cx="654581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C8BB22-25BF-E462-4C27-12699FD4BA51}"/>
              </a:ext>
            </a:extLst>
          </p:cNvPr>
          <p:cNvSpPr txBox="1"/>
          <p:nvPr/>
        </p:nvSpPr>
        <p:spPr>
          <a:xfrm>
            <a:off x="3538325" y="4103886"/>
            <a:ext cx="8611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O.S.</a:t>
            </a:r>
          </a:p>
          <a:p>
            <a:r>
              <a:rPr lang="es-419" dirty="0" err="1"/>
              <a:t>Win</a:t>
            </a:r>
            <a:endParaRPr lang="es-419" dirty="0"/>
          </a:p>
          <a:p>
            <a:r>
              <a:rPr lang="es-419" sz="2400" b="1" dirty="0"/>
              <a:t>Linux</a:t>
            </a:r>
          </a:p>
          <a:p>
            <a:r>
              <a:rPr lang="es-419" sz="2000" dirty="0"/>
              <a:t>Mac</a:t>
            </a:r>
            <a:endParaRPr lang="es-419" dirty="0"/>
          </a:p>
        </p:txBody>
      </p:sp>
      <p:sp>
        <p:nvSpPr>
          <p:cNvPr id="58" name="Cylinder 57">
            <a:extLst>
              <a:ext uri="{FF2B5EF4-FFF2-40B4-BE49-F238E27FC236}">
                <a16:creationId xmlns:a16="http://schemas.microsoft.com/office/drawing/2014/main" id="{29E8B05D-2EEE-3753-95C3-B46EE7EB758B}"/>
              </a:ext>
            </a:extLst>
          </p:cNvPr>
          <p:cNvSpPr/>
          <p:nvPr/>
        </p:nvSpPr>
        <p:spPr>
          <a:xfrm>
            <a:off x="4843604" y="2824681"/>
            <a:ext cx="688063" cy="778598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BD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DA7EBD0-1BF2-5A86-95D1-0BACDAAB546E}"/>
              </a:ext>
            </a:extLst>
          </p:cNvPr>
          <p:cNvCxnSpPr>
            <a:endCxn id="58" idx="2"/>
          </p:cNvCxnSpPr>
          <p:nvPr/>
        </p:nvCxnSpPr>
        <p:spPr>
          <a:xfrm>
            <a:off x="2587027" y="2254313"/>
            <a:ext cx="2256577" cy="959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803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agon 3">
            <a:extLst>
              <a:ext uri="{FF2B5EF4-FFF2-40B4-BE49-F238E27FC236}">
                <a16:creationId xmlns:a16="http://schemas.microsoft.com/office/drawing/2014/main" id="{3A03A54F-7F02-BC79-BC4D-970848CD8228}"/>
              </a:ext>
            </a:extLst>
          </p:cNvPr>
          <p:cNvSpPr/>
          <p:nvPr/>
        </p:nvSpPr>
        <p:spPr>
          <a:xfrm>
            <a:off x="1270444" y="660903"/>
            <a:ext cx="913675" cy="787651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Java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F9A5FF-D44F-F2B3-7D4D-03DEAF9E65CF}"/>
              </a:ext>
            </a:extLst>
          </p:cNvPr>
          <p:cNvSpPr txBox="1"/>
          <p:nvPr/>
        </p:nvSpPr>
        <p:spPr>
          <a:xfrm>
            <a:off x="1934967" y="312871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JRMI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B3A42B-19CD-7EE3-B19D-F46628046E1E}"/>
              </a:ext>
            </a:extLst>
          </p:cNvPr>
          <p:cNvSpPr txBox="1"/>
          <p:nvPr/>
        </p:nvSpPr>
        <p:spPr>
          <a:xfrm>
            <a:off x="226337" y="128205"/>
            <a:ext cx="780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Binary</a:t>
            </a:r>
            <a:endParaRPr lang="es-419" dirty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1FF1E5C2-E6FD-451A-4F05-428063CF61AB}"/>
              </a:ext>
            </a:extLst>
          </p:cNvPr>
          <p:cNvSpPr/>
          <p:nvPr/>
        </p:nvSpPr>
        <p:spPr>
          <a:xfrm>
            <a:off x="1276539" y="2254313"/>
            <a:ext cx="913675" cy="787651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VB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C3F7E1-46D6-8648-3757-AA727159A3EA}"/>
              </a:ext>
            </a:extLst>
          </p:cNvPr>
          <p:cNvSpPr txBox="1"/>
          <p:nvPr/>
        </p:nvSpPr>
        <p:spPr>
          <a:xfrm>
            <a:off x="1222114" y="1884981"/>
            <a:ext cx="770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COM+</a:t>
            </a: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52E24971-97BA-69F0-B183-4FD242FCA5D4}"/>
              </a:ext>
            </a:extLst>
          </p:cNvPr>
          <p:cNvSpPr/>
          <p:nvPr/>
        </p:nvSpPr>
        <p:spPr>
          <a:xfrm>
            <a:off x="3216939" y="2254313"/>
            <a:ext cx="913675" cy="787651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dirty="0" err="1">
                <a:solidFill>
                  <a:schemeClr val="tx1"/>
                </a:solidFill>
              </a:rPr>
              <a:t>Other</a:t>
            </a:r>
            <a:endParaRPr lang="es-419" sz="12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AE2E50-FAC8-23C0-CB93-31B916D43D57}"/>
              </a:ext>
            </a:extLst>
          </p:cNvPr>
          <p:cNvSpPr txBox="1"/>
          <p:nvPr/>
        </p:nvSpPr>
        <p:spPr>
          <a:xfrm>
            <a:off x="3885166" y="1884981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Corba</a:t>
            </a:r>
            <a:endParaRPr lang="es-419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DA652D9A-06BF-46D6-54DC-E6393E2844BD}"/>
              </a:ext>
            </a:extLst>
          </p:cNvPr>
          <p:cNvSpPr/>
          <p:nvPr/>
        </p:nvSpPr>
        <p:spPr>
          <a:xfrm>
            <a:off x="3216939" y="660903"/>
            <a:ext cx="913675" cy="787651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dirty="0" err="1">
                <a:solidFill>
                  <a:schemeClr val="tx1"/>
                </a:solidFill>
              </a:rPr>
              <a:t>.Net</a:t>
            </a:r>
            <a:endParaRPr lang="es-419" sz="1100" dirty="0">
              <a:solidFill>
                <a:schemeClr val="tx1"/>
              </a:solidFill>
            </a:endParaRPr>
          </a:p>
          <a:p>
            <a:pPr algn="ctr"/>
            <a:r>
              <a:rPr lang="es-419" sz="1100" dirty="0">
                <a:solidFill>
                  <a:schemeClr val="tx1"/>
                </a:solidFill>
              </a:rPr>
              <a:t>Framework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B64C49-CDE6-7A9B-6B78-C6C97B80D9FD}"/>
              </a:ext>
            </a:extLst>
          </p:cNvPr>
          <p:cNvSpPr txBox="1"/>
          <p:nvPr/>
        </p:nvSpPr>
        <p:spPr>
          <a:xfrm>
            <a:off x="4270625" y="731562"/>
            <a:ext cx="3638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Window</a:t>
            </a:r>
            <a:r>
              <a:rPr lang="es-419" dirty="0"/>
              <a:t> </a:t>
            </a:r>
            <a:r>
              <a:rPr lang="es-419" dirty="0" err="1"/>
              <a:t>Communication</a:t>
            </a:r>
            <a:r>
              <a:rPr lang="es-419" dirty="0"/>
              <a:t> </a:t>
            </a:r>
            <a:r>
              <a:rPr lang="es-419" dirty="0" err="1"/>
              <a:t>Foundation</a:t>
            </a:r>
            <a:endParaRPr lang="es-419" dirty="0"/>
          </a:p>
          <a:p>
            <a:r>
              <a:rPr lang="es-419" dirty="0"/>
              <a:t>WCF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6BB570-0E0C-420D-10C3-BA31CA7B168B}"/>
              </a:ext>
            </a:extLst>
          </p:cNvPr>
          <p:cNvCxnSpPr/>
          <p:nvPr/>
        </p:nvCxnSpPr>
        <p:spPr>
          <a:xfrm flipH="1">
            <a:off x="2184119" y="1054729"/>
            <a:ext cx="10328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6E7244-F0CC-CCF1-B399-025FF71011FE}"/>
              </a:ext>
            </a:extLst>
          </p:cNvPr>
          <p:cNvCxnSpPr>
            <a:cxnSpLocks/>
          </p:cNvCxnSpPr>
          <p:nvPr/>
        </p:nvCxnSpPr>
        <p:spPr>
          <a:xfrm flipH="1">
            <a:off x="1987206" y="1054729"/>
            <a:ext cx="1229733" cy="1199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B949240-99FC-6C7D-C4DF-109328E1715B}"/>
              </a:ext>
            </a:extLst>
          </p:cNvPr>
          <p:cNvCxnSpPr/>
          <p:nvPr/>
        </p:nvCxnSpPr>
        <p:spPr>
          <a:xfrm>
            <a:off x="3216939" y="1054729"/>
            <a:ext cx="196913" cy="1199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D4238C9-473F-8DE3-EE60-32DAAFE97EE4}"/>
              </a:ext>
            </a:extLst>
          </p:cNvPr>
          <p:cNvSpPr/>
          <p:nvPr/>
        </p:nvSpPr>
        <p:spPr>
          <a:xfrm>
            <a:off x="651850" y="3528094"/>
            <a:ext cx="2906162" cy="25983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 err="1">
                <a:solidFill>
                  <a:sysClr val="windowText" lastClr="000000"/>
                </a:solidFill>
              </a:rPr>
              <a:t>.Net</a:t>
            </a:r>
            <a:r>
              <a:rPr lang="es-419" dirty="0">
                <a:solidFill>
                  <a:sysClr val="windowText" lastClr="000000"/>
                </a:solidFill>
              </a:rPr>
              <a:t> Framework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FE8287-658E-922E-1912-C8AE790459BF}"/>
              </a:ext>
            </a:extLst>
          </p:cNvPr>
          <p:cNvSpPr txBox="1"/>
          <p:nvPr/>
        </p:nvSpPr>
        <p:spPr>
          <a:xfrm>
            <a:off x="718893" y="3105371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Owner</a:t>
            </a:r>
            <a:endParaRPr lang="es-419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5D343C-22A0-76AB-D53E-68A04717D160}"/>
              </a:ext>
            </a:extLst>
          </p:cNvPr>
          <p:cNvSpPr/>
          <p:nvPr/>
        </p:nvSpPr>
        <p:spPr>
          <a:xfrm>
            <a:off x="1013988" y="3790644"/>
            <a:ext cx="733331" cy="6884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752F32-3A58-6AD6-F3A5-23AE5CEEE0D4}"/>
              </a:ext>
            </a:extLst>
          </p:cNvPr>
          <p:cNvSpPr/>
          <p:nvPr/>
        </p:nvSpPr>
        <p:spPr>
          <a:xfrm>
            <a:off x="1873705" y="3790644"/>
            <a:ext cx="733331" cy="6884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75C391-65A6-6A17-0F73-039695A6F9D3}"/>
              </a:ext>
            </a:extLst>
          </p:cNvPr>
          <p:cNvSpPr/>
          <p:nvPr/>
        </p:nvSpPr>
        <p:spPr>
          <a:xfrm>
            <a:off x="2719479" y="3790644"/>
            <a:ext cx="733331" cy="6884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F21B385E-63ED-433D-8B28-EF38339C4182}"/>
              </a:ext>
            </a:extLst>
          </p:cNvPr>
          <p:cNvSpPr/>
          <p:nvPr/>
        </p:nvSpPr>
        <p:spPr>
          <a:xfrm>
            <a:off x="4037121" y="4406280"/>
            <a:ext cx="1204836" cy="787651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9ED9FF2-652C-0487-8ABA-21E81434A278}"/>
              </a:ext>
            </a:extLst>
          </p:cNvPr>
          <p:cNvSpPr/>
          <p:nvPr/>
        </p:nvSpPr>
        <p:spPr>
          <a:xfrm>
            <a:off x="5721066" y="3528094"/>
            <a:ext cx="1883845" cy="25983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 err="1">
                <a:solidFill>
                  <a:sysClr val="windowText" lastClr="000000"/>
                </a:solidFill>
              </a:rPr>
              <a:t>.Net</a:t>
            </a:r>
            <a:r>
              <a:rPr lang="es-419" dirty="0">
                <a:solidFill>
                  <a:sysClr val="windowText" lastClr="000000"/>
                </a:solidFill>
              </a:rPr>
              <a:t> Core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8DDDAC-A1CE-BAC0-19C1-98CF77753169}"/>
              </a:ext>
            </a:extLst>
          </p:cNvPr>
          <p:cNvSpPr/>
          <p:nvPr/>
        </p:nvSpPr>
        <p:spPr>
          <a:xfrm>
            <a:off x="5879138" y="3790644"/>
            <a:ext cx="733331" cy="6884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E75220-DFF2-8AB7-6711-B7C987468A99}"/>
              </a:ext>
            </a:extLst>
          </p:cNvPr>
          <p:cNvSpPr txBox="1"/>
          <p:nvPr/>
        </p:nvSpPr>
        <p:spPr>
          <a:xfrm>
            <a:off x="5788833" y="3105371"/>
            <a:ext cx="1388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Open </a:t>
            </a:r>
            <a:r>
              <a:rPr lang="es-419" dirty="0" err="1"/>
              <a:t>Source</a:t>
            </a:r>
            <a:endParaRPr lang="es-419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BAC16D0-9645-BA31-97A6-E02DA6FB937C}"/>
              </a:ext>
            </a:extLst>
          </p:cNvPr>
          <p:cNvSpPr/>
          <p:nvPr/>
        </p:nvSpPr>
        <p:spPr>
          <a:xfrm>
            <a:off x="5893806" y="5185282"/>
            <a:ext cx="552261" cy="4613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 err="1">
                <a:solidFill>
                  <a:schemeClr val="tx1"/>
                </a:solidFill>
              </a:rPr>
              <a:t>Win</a:t>
            </a:r>
            <a:endParaRPr lang="es-419" sz="14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B5C617-0B3E-9A79-E3D5-D483AC4029B4}"/>
              </a:ext>
            </a:extLst>
          </p:cNvPr>
          <p:cNvSpPr/>
          <p:nvPr/>
        </p:nvSpPr>
        <p:spPr>
          <a:xfrm>
            <a:off x="6612832" y="5185282"/>
            <a:ext cx="552261" cy="4613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050" dirty="0">
                <a:solidFill>
                  <a:schemeClr val="tx1"/>
                </a:solidFill>
              </a:rPr>
              <a:t>Linux</a:t>
            </a:r>
          </a:p>
          <a:p>
            <a:pPr algn="ctr"/>
            <a:r>
              <a:rPr lang="es-419" sz="1050" dirty="0">
                <a:solidFill>
                  <a:schemeClr val="tx1"/>
                </a:solidFill>
              </a:rPr>
              <a:t>(</a:t>
            </a:r>
            <a:r>
              <a:rPr lang="es-419" sz="900" dirty="0">
                <a:solidFill>
                  <a:schemeClr val="tx1"/>
                </a:solidFill>
              </a:rPr>
              <a:t>Mono</a:t>
            </a:r>
            <a:r>
              <a:rPr lang="es-419" sz="105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FB4554-543E-440E-B8FF-B4B84A04DF58}"/>
              </a:ext>
            </a:extLst>
          </p:cNvPr>
          <p:cNvSpPr/>
          <p:nvPr/>
        </p:nvSpPr>
        <p:spPr>
          <a:xfrm>
            <a:off x="6673213" y="3790644"/>
            <a:ext cx="733331" cy="6884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E733BF-EA04-D2C6-3867-5257E291B7AA}"/>
              </a:ext>
            </a:extLst>
          </p:cNvPr>
          <p:cNvSpPr/>
          <p:nvPr/>
        </p:nvSpPr>
        <p:spPr>
          <a:xfrm>
            <a:off x="1013988" y="5185282"/>
            <a:ext cx="733331" cy="6884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WCF</a:t>
            </a:r>
          </a:p>
        </p:txBody>
      </p:sp>
      <p:sp>
        <p:nvSpPr>
          <p:cNvPr id="29" name="Cross 28">
            <a:extLst>
              <a:ext uri="{FF2B5EF4-FFF2-40B4-BE49-F238E27FC236}">
                <a16:creationId xmlns:a16="http://schemas.microsoft.com/office/drawing/2014/main" id="{DAEBCC26-A060-8F87-B330-95C534B0D89B}"/>
              </a:ext>
            </a:extLst>
          </p:cNvPr>
          <p:cNvSpPr/>
          <p:nvPr/>
        </p:nvSpPr>
        <p:spPr>
          <a:xfrm rot="2934813">
            <a:off x="1788530" y="5406518"/>
            <a:ext cx="367736" cy="353424"/>
          </a:xfrm>
          <a:prstGeom prst="plus">
            <a:avLst>
              <a:gd name="adj" fmla="val 4403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58E995-9B45-2640-1BAC-40EFE06E28F7}"/>
              </a:ext>
            </a:extLst>
          </p:cNvPr>
          <p:cNvSpPr/>
          <p:nvPr/>
        </p:nvSpPr>
        <p:spPr>
          <a:xfrm>
            <a:off x="4875291" y="5583230"/>
            <a:ext cx="733331" cy="6884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WCF’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3EB2A55-9474-07CF-88BF-06F4BA2E3B0C}"/>
              </a:ext>
            </a:extLst>
          </p:cNvPr>
          <p:cNvSpPr/>
          <p:nvPr/>
        </p:nvSpPr>
        <p:spPr>
          <a:xfrm>
            <a:off x="7771676" y="3528094"/>
            <a:ext cx="1883845" cy="25983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 err="1">
                <a:solidFill>
                  <a:sysClr val="windowText" lastClr="000000"/>
                </a:solidFill>
              </a:rPr>
              <a:t>Xamarin</a:t>
            </a:r>
            <a:endParaRPr lang="es-419" dirty="0">
              <a:solidFill>
                <a:sysClr val="windowText" lastClr="000000"/>
              </a:solidFill>
            </a:endParaRPr>
          </a:p>
          <a:p>
            <a:pPr algn="ctr"/>
            <a:r>
              <a:rPr lang="es-419" dirty="0">
                <a:solidFill>
                  <a:sysClr val="windowText" lastClr="000000"/>
                </a:solidFill>
              </a:rPr>
              <a:t>(Mobile)</a:t>
            </a:r>
          </a:p>
          <a:p>
            <a:pPr algn="ctr"/>
            <a:r>
              <a:rPr lang="es-419" dirty="0">
                <a:solidFill>
                  <a:sysClr val="windowText" lastClr="000000"/>
                </a:solidFill>
              </a:rPr>
              <a:t>Mono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40BB13-53F2-499D-3F3A-A91D76402202}"/>
              </a:ext>
            </a:extLst>
          </p:cNvPr>
          <p:cNvSpPr txBox="1"/>
          <p:nvPr/>
        </p:nvSpPr>
        <p:spPr>
          <a:xfrm>
            <a:off x="7952610" y="3582414"/>
            <a:ext cx="423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C#</a:t>
            </a:r>
          </a:p>
          <a:p>
            <a:endParaRPr lang="es-419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43F439C-2BE1-49D1-2AB0-B97DFEFBC98C}"/>
              </a:ext>
            </a:extLst>
          </p:cNvPr>
          <p:cNvSpPr/>
          <p:nvPr/>
        </p:nvSpPr>
        <p:spPr>
          <a:xfrm>
            <a:off x="7840912" y="5352568"/>
            <a:ext cx="666289" cy="4613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050" dirty="0">
                <a:solidFill>
                  <a:schemeClr val="tx1"/>
                </a:solidFill>
              </a:rPr>
              <a:t>Android</a:t>
            </a:r>
          </a:p>
          <a:p>
            <a:pPr algn="ctr"/>
            <a:r>
              <a:rPr lang="es-419" sz="1050" dirty="0">
                <a:solidFill>
                  <a:schemeClr val="tx1"/>
                </a:solidFill>
              </a:rPr>
              <a:t>Linux</a:t>
            </a:r>
          </a:p>
          <a:p>
            <a:pPr algn="ctr"/>
            <a:r>
              <a:rPr lang="es-419" sz="1050" dirty="0">
                <a:solidFill>
                  <a:schemeClr val="tx1"/>
                </a:solidFill>
              </a:rPr>
              <a:t>(</a:t>
            </a:r>
            <a:r>
              <a:rPr lang="es-419" sz="900" dirty="0">
                <a:solidFill>
                  <a:schemeClr val="tx1"/>
                </a:solidFill>
              </a:rPr>
              <a:t>Mono</a:t>
            </a:r>
            <a:r>
              <a:rPr lang="es-419" sz="105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4A8DC7-0384-4089-3E4B-F92EF33D8DCC}"/>
              </a:ext>
            </a:extLst>
          </p:cNvPr>
          <p:cNvSpPr/>
          <p:nvPr/>
        </p:nvSpPr>
        <p:spPr>
          <a:xfrm>
            <a:off x="8509533" y="5352567"/>
            <a:ext cx="552261" cy="4613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 err="1">
                <a:solidFill>
                  <a:schemeClr val="tx1"/>
                </a:solidFill>
              </a:rPr>
              <a:t>Win</a:t>
            </a:r>
            <a:endParaRPr lang="es-419" sz="14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0F563DD-CB6A-B570-A300-E708417B9A13}"/>
              </a:ext>
            </a:extLst>
          </p:cNvPr>
          <p:cNvSpPr/>
          <p:nvPr/>
        </p:nvSpPr>
        <p:spPr>
          <a:xfrm>
            <a:off x="9061794" y="5352567"/>
            <a:ext cx="552261" cy="4613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>
                <a:solidFill>
                  <a:schemeClr val="tx1"/>
                </a:solidFill>
              </a:rPr>
              <a:t>iOS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0A9791A-71C3-6542-2949-398479A5B8ED}"/>
              </a:ext>
            </a:extLst>
          </p:cNvPr>
          <p:cNvSpPr/>
          <p:nvPr/>
        </p:nvSpPr>
        <p:spPr>
          <a:xfrm>
            <a:off x="9822286" y="3528094"/>
            <a:ext cx="1883845" cy="25983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 err="1">
                <a:solidFill>
                  <a:sysClr val="windowText" lastClr="000000"/>
                </a:solidFill>
              </a:rPr>
              <a:t>.Net</a:t>
            </a:r>
            <a:r>
              <a:rPr lang="es-419" dirty="0">
                <a:solidFill>
                  <a:sysClr val="windowText" lastClr="000000"/>
                </a:solidFill>
              </a:rPr>
              <a:t> Framework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18A7CA99-360F-5D91-415F-1D798614A7B3}"/>
              </a:ext>
            </a:extLst>
          </p:cNvPr>
          <p:cNvSpPr/>
          <p:nvPr/>
        </p:nvSpPr>
        <p:spPr>
          <a:xfrm>
            <a:off x="651850" y="6271697"/>
            <a:ext cx="9125893" cy="57942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FE2712-B226-58B8-E41B-AA7A254AB7C5}"/>
              </a:ext>
            </a:extLst>
          </p:cNvPr>
          <p:cNvSpPr txBox="1"/>
          <p:nvPr/>
        </p:nvSpPr>
        <p:spPr>
          <a:xfrm>
            <a:off x="9832063" y="6126438"/>
            <a:ext cx="1360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2019</a:t>
            </a:r>
          </a:p>
          <a:p>
            <a:r>
              <a:rPr lang="es-419" dirty="0"/>
              <a:t>Net Core 3.1</a:t>
            </a:r>
          </a:p>
        </p:txBody>
      </p:sp>
    </p:spTree>
    <p:extLst>
      <p:ext uri="{BB962C8B-B14F-4D97-AF65-F5344CB8AC3E}">
        <p14:creationId xmlns:p14="http://schemas.microsoft.com/office/powerpoint/2010/main" val="19120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505260-5BD7-B0FE-0FAA-CCDB73D8AC93}"/>
              </a:ext>
            </a:extLst>
          </p:cNvPr>
          <p:cNvSpPr/>
          <p:nvPr/>
        </p:nvSpPr>
        <p:spPr>
          <a:xfrm>
            <a:off x="533430" y="1192299"/>
            <a:ext cx="1883845" cy="25983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 err="1">
                <a:solidFill>
                  <a:sysClr val="windowText" lastClr="000000"/>
                </a:solidFill>
              </a:rPr>
              <a:t>.Net</a:t>
            </a:r>
            <a:r>
              <a:rPr lang="es-419" dirty="0">
                <a:solidFill>
                  <a:sysClr val="windowText" lastClr="000000"/>
                </a:solidFill>
              </a:rPr>
              <a:t> Core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3DA348-E1F4-DAA6-6D91-D76D57CD31FD}"/>
              </a:ext>
            </a:extLst>
          </p:cNvPr>
          <p:cNvSpPr/>
          <p:nvPr/>
        </p:nvSpPr>
        <p:spPr>
          <a:xfrm>
            <a:off x="691502" y="1454849"/>
            <a:ext cx="733331" cy="6884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F75A03A-4C55-A905-6A8A-DD1272366B9D}"/>
              </a:ext>
            </a:extLst>
          </p:cNvPr>
          <p:cNvSpPr/>
          <p:nvPr/>
        </p:nvSpPr>
        <p:spPr>
          <a:xfrm>
            <a:off x="2584040" y="1192299"/>
            <a:ext cx="1883845" cy="25983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 err="1">
                <a:solidFill>
                  <a:sysClr val="windowText" lastClr="000000"/>
                </a:solidFill>
              </a:rPr>
              <a:t>Xamarin</a:t>
            </a:r>
            <a:endParaRPr lang="es-419" dirty="0">
              <a:solidFill>
                <a:sysClr val="windowText" lastClr="000000"/>
              </a:solidFill>
            </a:endParaRPr>
          </a:p>
          <a:p>
            <a:pPr algn="ctr"/>
            <a:r>
              <a:rPr lang="es-419" dirty="0">
                <a:solidFill>
                  <a:sysClr val="windowText" lastClr="000000"/>
                </a:solidFill>
              </a:rPr>
              <a:t>(Mobile)</a:t>
            </a:r>
          </a:p>
          <a:p>
            <a:pPr algn="ctr"/>
            <a:r>
              <a:rPr lang="es-419" dirty="0">
                <a:solidFill>
                  <a:sysClr val="windowText" lastClr="000000"/>
                </a:solidFill>
              </a:rPr>
              <a:t>Mono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6E1D56-4E7B-3525-6671-B090E80D681A}"/>
              </a:ext>
            </a:extLst>
          </p:cNvPr>
          <p:cNvSpPr/>
          <p:nvPr/>
        </p:nvSpPr>
        <p:spPr>
          <a:xfrm>
            <a:off x="706170" y="2849487"/>
            <a:ext cx="552261" cy="4613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 err="1">
                <a:solidFill>
                  <a:schemeClr val="tx1"/>
                </a:solidFill>
              </a:rPr>
              <a:t>Win</a:t>
            </a:r>
            <a:endParaRPr lang="es-419"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AF881E-A18A-6301-210B-754A69F99781}"/>
              </a:ext>
            </a:extLst>
          </p:cNvPr>
          <p:cNvSpPr/>
          <p:nvPr/>
        </p:nvSpPr>
        <p:spPr>
          <a:xfrm>
            <a:off x="1425196" y="2849487"/>
            <a:ext cx="552261" cy="4613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050" dirty="0">
                <a:solidFill>
                  <a:schemeClr val="tx1"/>
                </a:solidFill>
              </a:rPr>
              <a:t>Linux</a:t>
            </a:r>
          </a:p>
          <a:p>
            <a:pPr algn="ctr"/>
            <a:r>
              <a:rPr lang="es-419" sz="1050" dirty="0">
                <a:solidFill>
                  <a:schemeClr val="tx1"/>
                </a:solidFill>
              </a:rPr>
              <a:t>(</a:t>
            </a:r>
            <a:r>
              <a:rPr lang="es-419" sz="900" dirty="0">
                <a:solidFill>
                  <a:schemeClr val="tx1"/>
                </a:solidFill>
              </a:rPr>
              <a:t>Mono</a:t>
            </a:r>
            <a:r>
              <a:rPr lang="es-419" sz="105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0A6E5-782E-4F64-45B5-D2B4BEC1A973}"/>
              </a:ext>
            </a:extLst>
          </p:cNvPr>
          <p:cNvSpPr txBox="1"/>
          <p:nvPr/>
        </p:nvSpPr>
        <p:spPr>
          <a:xfrm>
            <a:off x="2764974" y="1246619"/>
            <a:ext cx="423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C#</a:t>
            </a:r>
          </a:p>
          <a:p>
            <a:endParaRPr lang="es-419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366665-6923-D33B-134B-8B8BEF350D0C}"/>
              </a:ext>
            </a:extLst>
          </p:cNvPr>
          <p:cNvSpPr/>
          <p:nvPr/>
        </p:nvSpPr>
        <p:spPr>
          <a:xfrm>
            <a:off x="2653276" y="3016773"/>
            <a:ext cx="666289" cy="4613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050" dirty="0">
                <a:solidFill>
                  <a:schemeClr val="tx1"/>
                </a:solidFill>
              </a:rPr>
              <a:t>Android</a:t>
            </a:r>
          </a:p>
          <a:p>
            <a:pPr algn="ctr"/>
            <a:r>
              <a:rPr lang="es-419" sz="1050" dirty="0">
                <a:solidFill>
                  <a:schemeClr val="tx1"/>
                </a:solidFill>
              </a:rPr>
              <a:t>Linux</a:t>
            </a:r>
          </a:p>
          <a:p>
            <a:pPr algn="ctr"/>
            <a:r>
              <a:rPr lang="es-419" sz="1050" dirty="0">
                <a:solidFill>
                  <a:schemeClr val="tx1"/>
                </a:solidFill>
              </a:rPr>
              <a:t>(</a:t>
            </a:r>
            <a:r>
              <a:rPr lang="es-419" sz="900" dirty="0">
                <a:solidFill>
                  <a:schemeClr val="tx1"/>
                </a:solidFill>
              </a:rPr>
              <a:t>Mono</a:t>
            </a:r>
            <a:r>
              <a:rPr lang="es-419" sz="105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461968-D698-CB16-C450-8F662C681959}"/>
              </a:ext>
            </a:extLst>
          </p:cNvPr>
          <p:cNvSpPr/>
          <p:nvPr/>
        </p:nvSpPr>
        <p:spPr>
          <a:xfrm>
            <a:off x="3321897" y="3016772"/>
            <a:ext cx="552261" cy="4613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 err="1">
                <a:solidFill>
                  <a:schemeClr val="tx1"/>
                </a:solidFill>
              </a:rPr>
              <a:t>Win</a:t>
            </a:r>
            <a:endParaRPr lang="es-419" sz="14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14E0B6-77A8-7576-FA8E-2C4E49C37627}"/>
              </a:ext>
            </a:extLst>
          </p:cNvPr>
          <p:cNvSpPr/>
          <p:nvPr/>
        </p:nvSpPr>
        <p:spPr>
          <a:xfrm>
            <a:off x="3874158" y="3016772"/>
            <a:ext cx="552261" cy="4613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>
                <a:solidFill>
                  <a:schemeClr val="tx1"/>
                </a:solidFill>
              </a:rPr>
              <a:t>iOS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A23526-ABEE-165F-3706-D435823A4491}"/>
              </a:ext>
            </a:extLst>
          </p:cNvPr>
          <p:cNvSpPr/>
          <p:nvPr/>
        </p:nvSpPr>
        <p:spPr>
          <a:xfrm>
            <a:off x="1485577" y="1454849"/>
            <a:ext cx="733331" cy="6884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A33A2A-E42D-CEC4-4F43-59DF983C590C}"/>
              </a:ext>
            </a:extLst>
          </p:cNvPr>
          <p:cNvSpPr/>
          <p:nvPr/>
        </p:nvSpPr>
        <p:spPr>
          <a:xfrm>
            <a:off x="4634650" y="1192299"/>
            <a:ext cx="1883845" cy="25983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 err="1">
                <a:solidFill>
                  <a:sysClr val="windowText" lastClr="000000"/>
                </a:solidFill>
              </a:rPr>
              <a:t>.Net</a:t>
            </a:r>
            <a:r>
              <a:rPr lang="es-419" dirty="0">
                <a:solidFill>
                  <a:sysClr val="windowText" lastClr="000000"/>
                </a:solidFill>
              </a:rPr>
              <a:t> Framework</a:t>
            </a:r>
          </a:p>
          <a:p>
            <a:pPr algn="ctr"/>
            <a:r>
              <a:rPr lang="es-419" dirty="0">
                <a:solidFill>
                  <a:sysClr val="windowText" lastClr="000000"/>
                </a:solidFill>
              </a:rPr>
              <a:t>4.8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9EB51A-578A-A8C9-FA87-1DBD00682D74}"/>
              </a:ext>
            </a:extLst>
          </p:cNvPr>
          <p:cNvSpPr/>
          <p:nvPr/>
        </p:nvSpPr>
        <p:spPr>
          <a:xfrm>
            <a:off x="4902073" y="2842402"/>
            <a:ext cx="697118" cy="4613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050" dirty="0" err="1">
                <a:solidFill>
                  <a:sysClr val="windowText" lastClr="000000"/>
                </a:solidFill>
              </a:rPr>
              <a:t>WinForm</a:t>
            </a:r>
            <a:endParaRPr lang="es-419" sz="1050" dirty="0">
              <a:solidFill>
                <a:sysClr val="windowText" lastClr="0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A511AA-1A0E-2441-177E-9229E2ADCB02}"/>
              </a:ext>
            </a:extLst>
          </p:cNvPr>
          <p:cNvSpPr txBox="1"/>
          <p:nvPr/>
        </p:nvSpPr>
        <p:spPr>
          <a:xfrm>
            <a:off x="601197" y="769576"/>
            <a:ext cx="1388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Open </a:t>
            </a:r>
            <a:r>
              <a:rPr lang="es-419" dirty="0" err="1"/>
              <a:t>Source</a:t>
            </a:r>
            <a:endParaRPr lang="es-419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35D3138-E379-1FFE-0A61-DAB2D57334A0}"/>
              </a:ext>
            </a:extLst>
          </p:cNvPr>
          <p:cNvSpPr/>
          <p:nvPr/>
        </p:nvSpPr>
        <p:spPr>
          <a:xfrm>
            <a:off x="6762939" y="2263366"/>
            <a:ext cx="579421" cy="488887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1886882-72A5-7593-52C6-BF2FA5FDCEA4}"/>
              </a:ext>
            </a:extLst>
          </p:cNvPr>
          <p:cNvSpPr/>
          <p:nvPr/>
        </p:nvSpPr>
        <p:spPr>
          <a:xfrm>
            <a:off x="7654879" y="1192299"/>
            <a:ext cx="4241374" cy="25983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ysClr val="windowText" lastClr="000000"/>
                </a:solidFill>
              </a:rPr>
              <a:t>NET 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1FF0B0-2E99-92F7-9DCC-E773563C9659}"/>
              </a:ext>
            </a:extLst>
          </p:cNvPr>
          <p:cNvSpPr txBox="1"/>
          <p:nvPr/>
        </p:nvSpPr>
        <p:spPr>
          <a:xfrm>
            <a:off x="7939940" y="2752253"/>
            <a:ext cx="6783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Linux</a:t>
            </a:r>
          </a:p>
          <a:p>
            <a:r>
              <a:rPr lang="es-419" dirty="0" err="1"/>
              <a:t>Win</a:t>
            </a:r>
            <a:endParaRPr lang="es-419" dirty="0"/>
          </a:p>
          <a:p>
            <a:r>
              <a:rPr lang="es-419" dirty="0"/>
              <a:t>iOS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2AC3A3-8E8D-9928-CE6B-BF2E59AEA6DB}"/>
              </a:ext>
            </a:extLst>
          </p:cNvPr>
          <p:cNvSpPr/>
          <p:nvPr/>
        </p:nvSpPr>
        <p:spPr>
          <a:xfrm>
            <a:off x="8841606" y="2849487"/>
            <a:ext cx="697118" cy="4613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050" dirty="0" err="1">
                <a:solidFill>
                  <a:sysClr val="windowText" lastClr="000000"/>
                </a:solidFill>
              </a:rPr>
              <a:t>WinForm</a:t>
            </a:r>
            <a:endParaRPr lang="es-419" sz="1050" dirty="0">
              <a:solidFill>
                <a:sysClr val="windowText" lastClr="000000"/>
              </a:solidFill>
            </a:endParaRPr>
          </a:p>
          <a:p>
            <a:pPr algn="ctr"/>
            <a:r>
              <a:rPr lang="es-419" sz="1050" dirty="0">
                <a:solidFill>
                  <a:sysClr val="windowText" lastClr="000000"/>
                </a:solidFill>
              </a:rPr>
              <a:t>(</a:t>
            </a:r>
            <a:r>
              <a:rPr lang="es-419" sz="1050" dirty="0" err="1">
                <a:solidFill>
                  <a:sysClr val="windowText" lastClr="000000"/>
                </a:solidFill>
              </a:rPr>
              <a:t>Win</a:t>
            </a:r>
            <a:r>
              <a:rPr lang="es-419" sz="1050" dirty="0">
                <a:solidFill>
                  <a:sysClr val="windowText" lastClr="000000"/>
                </a:solidFill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71B671-9E23-DB9D-0618-0D16F4BAA8F2}"/>
              </a:ext>
            </a:extLst>
          </p:cNvPr>
          <p:cNvSpPr txBox="1"/>
          <p:nvPr/>
        </p:nvSpPr>
        <p:spPr>
          <a:xfrm>
            <a:off x="7772213" y="3878170"/>
            <a:ext cx="1282146" cy="2831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600" dirty="0" err="1"/>
              <a:t>.Net</a:t>
            </a:r>
            <a:r>
              <a:rPr lang="es-419" sz="1600" dirty="0"/>
              <a:t> Core 1.0</a:t>
            </a:r>
          </a:p>
          <a:p>
            <a:r>
              <a:rPr lang="es-419" sz="1600" dirty="0" err="1"/>
              <a:t>.Net</a:t>
            </a:r>
            <a:r>
              <a:rPr lang="es-419" sz="1600" dirty="0"/>
              <a:t> Core 1.1</a:t>
            </a:r>
          </a:p>
          <a:p>
            <a:r>
              <a:rPr lang="es-419" sz="1600" dirty="0" err="1"/>
              <a:t>.Net</a:t>
            </a:r>
            <a:r>
              <a:rPr lang="es-419" sz="1600" dirty="0"/>
              <a:t> Core 2.0</a:t>
            </a:r>
          </a:p>
          <a:p>
            <a:r>
              <a:rPr lang="es-419" sz="1600" dirty="0" err="1"/>
              <a:t>.Net</a:t>
            </a:r>
            <a:r>
              <a:rPr lang="es-419" sz="1600" dirty="0"/>
              <a:t> Core 2.1</a:t>
            </a:r>
          </a:p>
          <a:p>
            <a:r>
              <a:rPr lang="es-419" sz="1600" dirty="0" err="1"/>
              <a:t>.Net</a:t>
            </a:r>
            <a:r>
              <a:rPr lang="es-419" sz="1600" dirty="0"/>
              <a:t> Core 3.0</a:t>
            </a:r>
          </a:p>
          <a:p>
            <a:r>
              <a:rPr lang="es-419" sz="1600" dirty="0" err="1"/>
              <a:t>.Net</a:t>
            </a:r>
            <a:r>
              <a:rPr lang="es-419" sz="1600" dirty="0"/>
              <a:t> Core 3.1</a:t>
            </a:r>
          </a:p>
          <a:p>
            <a:endParaRPr lang="es-419" sz="1600" dirty="0"/>
          </a:p>
          <a:p>
            <a:r>
              <a:rPr lang="es-419" sz="1600" dirty="0"/>
              <a:t>NET 5</a:t>
            </a:r>
          </a:p>
          <a:p>
            <a:r>
              <a:rPr lang="es-419" sz="1600" dirty="0"/>
              <a:t>NET 6</a:t>
            </a:r>
          </a:p>
          <a:p>
            <a:r>
              <a:rPr lang="es-419" sz="1600" dirty="0"/>
              <a:t>NET 7</a:t>
            </a:r>
          </a:p>
          <a:p>
            <a:r>
              <a:rPr lang="es-419" sz="1600" dirty="0"/>
              <a:t>NET8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80FD25-E3EC-6BE4-6291-8816076A8DEF}"/>
              </a:ext>
            </a:extLst>
          </p:cNvPr>
          <p:cNvSpPr/>
          <p:nvPr/>
        </p:nvSpPr>
        <p:spPr>
          <a:xfrm>
            <a:off x="778599" y="4204443"/>
            <a:ext cx="1100300" cy="10212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 err="1">
                <a:solidFill>
                  <a:schemeClr val="tx1"/>
                </a:solidFill>
              </a:rPr>
              <a:t>Program</a:t>
            </a:r>
            <a:r>
              <a:rPr lang="es-419" dirty="0">
                <a:solidFill>
                  <a:schemeClr val="tx1"/>
                </a:solidFill>
              </a:rPr>
              <a:t> </a:t>
            </a:r>
            <a:r>
              <a:rPr lang="es-419" dirty="0" err="1">
                <a:solidFill>
                  <a:schemeClr val="tx1"/>
                </a:solidFill>
              </a:rPr>
              <a:t>Language</a:t>
            </a:r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600E65CB-1D23-6A91-D69F-0ABC766FBB1F}"/>
              </a:ext>
            </a:extLst>
          </p:cNvPr>
          <p:cNvSpPr/>
          <p:nvPr/>
        </p:nvSpPr>
        <p:spPr>
          <a:xfrm>
            <a:off x="2127564" y="4474279"/>
            <a:ext cx="579421" cy="488887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09A8F7-DA50-D2FB-D846-6EA0DFDF336A}"/>
              </a:ext>
            </a:extLst>
          </p:cNvPr>
          <p:cNvSpPr/>
          <p:nvPr/>
        </p:nvSpPr>
        <p:spPr>
          <a:xfrm>
            <a:off x="2800293" y="4204443"/>
            <a:ext cx="1100300" cy="10212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 err="1">
                <a:solidFill>
                  <a:schemeClr val="tx1"/>
                </a:solidFill>
              </a:rPr>
              <a:t>Intermediate</a:t>
            </a:r>
            <a:r>
              <a:rPr lang="es-419" dirty="0">
                <a:solidFill>
                  <a:schemeClr val="tx1"/>
                </a:solidFill>
              </a:rPr>
              <a:t> </a:t>
            </a:r>
            <a:r>
              <a:rPr lang="es-419" dirty="0" err="1">
                <a:solidFill>
                  <a:schemeClr val="tx1"/>
                </a:solidFill>
              </a:rPr>
              <a:t>Language</a:t>
            </a:r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B377389-DD76-C90B-4261-B32746231846}"/>
              </a:ext>
            </a:extLst>
          </p:cNvPr>
          <p:cNvSpPr/>
          <p:nvPr/>
        </p:nvSpPr>
        <p:spPr>
          <a:xfrm>
            <a:off x="4130077" y="4474279"/>
            <a:ext cx="579421" cy="488887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5DB8C5-FC98-10EF-3076-E69C22C36B49}"/>
              </a:ext>
            </a:extLst>
          </p:cNvPr>
          <p:cNvSpPr/>
          <p:nvPr/>
        </p:nvSpPr>
        <p:spPr>
          <a:xfrm>
            <a:off x="4880349" y="4204443"/>
            <a:ext cx="1100300" cy="10212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 err="1">
                <a:solidFill>
                  <a:schemeClr val="tx1"/>
                </a:solidFill>
              </a:rPr>
              <a:t>Processor</a:t>
            </a:r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4A0BFD-63BF-4154-EB3F-E6047FF6DE03}"/>
              </a:ext>
            </a:extLst>
          </p:cNvPr>
          <p:cNvSpPr txBox="1"/>
          <p:nvPr/>
        </p:nvSpPr>
        <p:spPr>
          <a:xfrm>
            <a:off x="6105444" y="4391913"/>
            <a:ext cx="8162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x64</a:t>
            </a:r>
          </a:p>
          <a:p>
            <a:r>
              <a:rPr lang="es-419" dirty="0"/>
              <a:t>Arm64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7657F1-FFD3-1D7C-4933-F922B71AA989}"/>
              </a:ext>
            </a:extLst>
          </p:cNvPr>
          <p:cNvSpPr/>
          <p:nvPr/>
        </p:nvSpPr>
        <p:spPr>
          <a:xfrm>
            <a:off x="778599" y="5639517"/>
            <a:ext cx="1100300" cy="10212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 err="1">
                <a:solidFill>
                  <a:schemeClr val="tx1"/>
                </a:solidFill>
              </a:rPr>
              <a:t>Program</a:t>
            </a:r>
            <a:r>
              <a:rPr lang="es-419" dirty="0">
                <a:solidFill>
                  <a:schemeClr val="tx1"/>
                </a:solidFill>
              </a:rPr>
              <a:t> </a:t>
            </a:r>
            <a:r>
              <a:rPr lang="es-419" dirty="0" err="1">
                <a:solidFill>
                  <a:schemeClr val="tx1"/>
                </a:solidFill>
              </a:rPr>
              <a:t>Language</a:t>
            </a:r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B44745D5-9369-F8F3-7384-FF5E75FC3427}"/>
              </a:ext>
            </a:extLst>
          </p:cNvPr>
          <p:cNvSpPr/>
          <p:nvPr/>
        </p:nvSpPr>
        <p:spPr>
          <a:xfrm>
            <a:off x="2127564" y="5909353"/>
            <a:ext cx="2507086" cy="488887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88D762-855F-643F-5B3C-69397291D8AA}"/>
              </a:ext>
            </a:extLst>
          </p:cNvPr>
          <p:cNvSpPr/>
          <p:nvPr/>
        </p:nvSpPr>
        <p:spPr>
          <a:xfrm>
            <a:off x="4880349" y="5639514"/>
            <a:ext cx="1100300" cy="10212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 err="1">
                <a:solidFill>
                  <a:schemeClr val="tx1"/>
                </a:solidFill>
              </a:rPr>
              <a:t>Processor</a:t>
            </a:r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42DDE1-CFE6-4B97-4DBF-035346CC0392}"/>
              </a:ext>
            </a:extLst>
          </p:cNvPr>
          <p:cNvSpPr txBox="1"/>
          <p:nvPr/>
        </p:nvSpPr>
        <p:spPr>
          <a:xfrm>
            <a:off x="6105444" y="5826984"/>
            <a:ext cx="8162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x64</a:t>
            </a:r>
          </a:p>
          <a:p>
            <a:r>
              <a:rPr lang="es-419" dirty="0"/>
              <a:t>Arm64</a:t>
            </a:r>
          </a:p>
        </p:txBody>
      </p:sp>
    </p:spTree>
    <p:extLst>
      <p:ext uri="{BB962C8B-B14F-4D97-AF65-F5344CB8AC3E}">
        <p14:creationId xmlns:p14="http://schemas.microsoft.com/office/powerpoint/2010/main" val="1505947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8B9E90-F6AA-758F-D447-8768A601BE68}"/>
              </a:ext>
            </a:extLst>
          </p:cNvPr>
          <p:cNvSpPr txBox="1"/>
          <p:nvPr/>
        </p:nvSpPr>
        <p:spPr>
          <a:xfrm>
            <a:off x="1531925" y="2061900"/>
            <a:ext cx="8038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800" dirty="0" err="1">
                <a:latin typeface="Arial" panose="020B0604020202020204" pitchFamily="34" charset="0"/>
                <a:cs typeface="Arial" panose="020B0604020202020204" pitchFamily="34" charset="0"/>
              </a:rPr>
              <a:t>ASP.Net</a:t>
            </a:r>
            <a:r>
              <a:rPr lang="es-419" sz="800" dirty="0">
                <a:latin typeface="Arial" panose="020B0604020202020204" pitchFamily="34" charset="0"/>
                <a:cs typeface="Arial" panose="020B0604020202020204" pitchFamily="34" charset="0"/>
              </a:rPr>
              <a:t> App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5D4A2D-55A4-B496-DAAF-FA9FFC3E9BCE}"/>
              </a:ext>
            </a:extLst>
          </p:cNvPr>
          <p:cNvSpPr/>
          <p:nvPr/>
        </p:nvSpPr>
        <p:spPr>
          <a:xfrm>
            <a:off x="1548142" y="2043794"/>
            <a:ext cx="878187" cy="253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EA19D7-6F28-B861-D680-277105908378}"/>
              </a:ext>
            </a:extLst>
          </p:cNvPr>
          <p:cNvSpPr/>
          <p:nvPr/>
        </p:nvSpPr>
        <p:spPr>
          <a:xfrm>
            <a:off x="1403286" y="1597467"/>
            <a:ext cx="2344849" cy="12181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86DC4-93BE-ED23-3ABF-B016583E74EA}"/>
              </a:ext>
            </a:extLst>
          </p:cNvPr>
          <p:cNvSpPr txBox="1"/>
          <p:nvPr/>
        </p:nvSpPr>
        <p:spPr>
          <a:xfrm>
            <a:off x="1403285" y="1597467"/>
            <a:ext cx="14125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50" dirty="0" err="1">
                <a:latin typeface="Arial" panose="020B0604020202020204" pitchFamily="34" charset="0"/>
                <a:cs typeface="Arial" panose="020B0604020202020204" pitchFamily="34" charset="0"/>
              </a:rPr>
              <a:t>ASP.Net</a:t>
            </a:r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 Framework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81FD06-77D7-CEBD-4FF5-E8CD532BDE57}"/>
              </a:ext>
            </a:extLst>
          </p:cNvPr>
          <p:cNvSpPr/>
          <p:nvPr/>
        </p:nvSpPr>
        <p:spPr>
          <a:xfrm>
            <a:off x="1050202" y="1217220"/>
            <a:ext cx="2888056" cy="25942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C56362-1D21-896C-54E6-60DFB4DA568C}"/>
              </a:ext>
            </a:extLst>
          </p:cNvPr>
          <p:cNvSpPr txBox="1"/>
          <p:nvPr/>
        </p:nvSpPr>
        <p:spPr>
          <a:xfrm>
            <a:off x="1050202" y="1217220"/>
            <a:ext cx="11432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50" dirty="0" err="1">
                <a:latin typeface="Arial" panose="020B0604020202020204" pitchFamily="34" charset="0"/>
                <a:cs typeface="Arial" panose="020B0604020202020204" pitchFamily="34" charset="0"/>
              </a:rPr>
              <a:t>.Net</a:t>
            </a:r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 Framework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E34078-07FF-C28D-2CDE-9D425A202516}"/>
              </a:ext>
            </a:extLst>
          </p:cNvPr>
          <p:cNvSpPr/>
          <p:nvPr/>
        </p:nvSpPr>
        <p:spPr>
          <a:xfrm>
            <a:off x="1226743" y="3248762"/>
            <a:ext cx="755965" cy="4332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WinForm</a:t>
            </a:r>
            <a:endParaRPr lang="es-419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CD20E6-5995-C883-C637-AF4505C4E787}"/>
              </a:ext>
            </a:extLst>
          </p:cNvPr>
          <p:cNvSpPr/>
          <p:nvPr/>
        </p:nvSpPr>
        <p:spPr>
          <a:xfrm>
            <a:off x="2159250" y="3248762"/>
            <a:ext cx="755965" cy="4332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WCF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885565-4152-5790-E93D-194DABD64A5D}"/>
              </a:ext>
            </a:extLst>
          </p:cNvPr>
          <p:cNvSpPr/>
          <p:nvPr/>
        </p:nvSpPr>
        <p:spPr>
          <a:xfrm>
            <a:off x="860080" y="814811"/>
            <a:ext cx="3295462" cy="32954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FE8048-7763-7A72-1A45-0F34D6B5D148}"/>
              </a:ext>
            </a:extLst>
          </p:cNvPr>
          <p:cNvSpPr txBox="1"/>
          <p:nvPr/>
        </p:nvSpPr>
        <p:spPr>
          <a:xfrm>
            <a:off x="806439" y="813242"/>
            <a:ext cx="3481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IIS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18C690-3FA9-A938-B16F-2990FE331EA1}"/>
              </a:ext>
            </a:extLst>
          </p:cNvPr>
          <p:cNvSpPr/>
          <p:nvPr/>
        </p:nvSpPr>
        <p:spPr>
          <a:xfrm>
            <a:off x="624689" y="414169"/>
            <a:ext cx="3793402" cy="39948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49EF2C-70C1-E5CB-385A-6062E1FEB672}"/>
              </a:ext>
            </a:extLst>
          </p:cNvPr>
          <p:cNvSpPr txBox="1"/>
          <p:nvPr/>
        </p:nvSpPr>
        <p:spPr>
          <a:xfrm>
            <a:off x="624689" y="417952"/>
            <a:ext cx="4171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50" dirty="0" err="1">
                <a:latin typeface="Arial" panose="020B0604020202020204" pitchFamily="34" charset="0"/>
                <a:cs typeface="Arial" panose="020B0604020202020204" pitchFamily="34" charset="0"/>
              </a:rPr>
              <a:t>Win</a:t>
            </a:r>
            <a:endParaRPr lang="es-419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F48EEA-806E-357F-E556-B291C88A606B}"/>
              </a:ext>
            </a:extLst>
          </p:cNvPr>
          <p:cNvSpPr txBox="1"/>
          <p:nvPr/>
        </p:nvSpPr>
        <p:spPr>
          <a:xfrm>
            <a:off x="4531748" y="1539759"/>
            <a:ext cx="1103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OWIN -&gt; </a:t>
            </a:r>
            <a:r>
              <a:rPr lang="es-419" sz="1100" dirty="0" err="1"/>
              <a:t>Katana</a:t>
            </a:r>
            <a:endParaRPr lang="es-419" sz="1100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8A5AC2B-04C6-E8AD-6C63-533CABC9B0E2}"/>
              </a:ext>
            </a:extLst>
          </p:cNvPr>
          <p:cNvSpPr/>
          <p:nvPr/>
        </p:nvSpPr>
        <p:spPr>
          <a:xfrm>
            <a:off x="4653480" y="2001445"/>
            <a:ext cx="905347" cy="81418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D88DCF-848E-4DFF-91DA-59057159CDCE}"/>
              </a:ext>
            </a:extLst>
          </p:cNvPr>
          <p:cNvSpPr/>
          <p:nvPr/>
        </p:nvSpPr>
        <p:spPr>
          <a:xfrm>
            <a:off x="7197504" y="2043794"/>
            <a:ext cx="878187" cy="253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39DE35-40D0-F42A-E4DA-DB4A21FC6075}"/>
              </a:ext>
            </a:extLst>
          </p:cNvPr>
          <p:cNvSpPr txBox="1"/>
          <p:nvPr/>
        </p:nvSpPr>
        <p:spPr>
          <a:xfrm>
            <a:off x="7181287" y="2061900"/>
            <a:ext cx="8038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800" dirty="0" err="1">
                <a:latin typeface="Arial" panose="020B0604020202020204" pitchFamily="34" charset="0"/>
                <a:cs typeface="Arial" panose="020B0604020202020204" pitchFamily="34" charset="0"/>
              </a:rPr>
              <a:t>ASP.Net</a:t>
            </a:r>
            <a:r>
              <a:rPr lang="es-419" sz="800" dirty="0">
                <a:latin typeface="Arial" panose="020B0604020202020204" pitchFamily="34" charset="0"/>
                <a:cs typeface="Arial" panose="020B0604020202020204" pitchFamily="34" charset="0"/>
              </a:rPr>
              <a:t> App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BDB99B-C0AA-9D76-796A-4E48D5F97719}"/>
              </a:ext>
            </a:extLst>
          </p:cNvPr>
          <p:cNvSpPr/>
          <p:nvPr/>
        </p:nvSpPr>
        <p:spPr>
          <a:xfrm>
            <a:off x="7197504" y="2043794"/>
            <a:ext cx="878187" cy="253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FFE6E1-3C57-326F-6035-BE9E17D9541B}"/>
              </a:ext>
            </a:extLst>
          </p:cNvPr>
          <p:cNvSpPr txBox="1"/>
          <p:nvPr/>
        </p:nvSpPr>
        <p:spPr>
          <a:xfrm>
            <a:off x="7181287" y="2061900"/>
            <a:ext cx="8038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800" dirty="0" err="1">
                <a:latin typeface="Arial" panose="020B0604020202020204" pitchFamily="34" charset="0"/>
                <a:cs typeface="Arial" panose="020B0604020202020204" pitchFamily="34" charset="0"/>
              </a:rPr>
              <a:t>ASP.Net</a:t>
            </a:r>
            <a:r>
              <a:rPr lang="es-419" sz="800" dirty="0">
                <a:latin typeface="Arial" panose="020B0604020202020204" pitchFamily="34" charset="0"/>
                <a:cs typeface="Arial" panose="020B0604020202020204" pitchFamily="34" charset="0"/>
              </a:rPr>
              <a:t> App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77BE83-52CC-8FC5-36BE-185BD40E4039}"/>
              </a:ext>
            </a:extLst>
          </p:cNvPr>
          <p:cNvSpPr/>
          <p:nvPr/>
        </p:nvSpPr>
        <p:spPr>
          <a:xfrm>
            <a:off x="7197504" y="2043794"/>
            <a:ext cx="878187" cy="253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D61B11-E5CF-47AA-AEF5-8FD6733B669B}"/>
              </a:ext>
            </a:extLst>
          </p:cNvPr>
          <p:cNvSpPr txBox="1"/>
          <p:nvPr/>
        </p:nvSpPr>
        <p:spPr>
          <a:xfrm>
            <a:off x="7181287" y="2061900"/>
            <a:ext cx="8038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800" dirty="0" err="1">
                <a:latin typeface="Arial" panose="020B0604020202020204" pitchFamily="34" charset="0"/>
                <a:cs typeface="Arial" panose="020B0604020202020204" pitchFamily="34" charset="0"/>
              </a:rPr>
              <a:t>ASP.Net</a:t>
            </a:r>
            <a:r>
              <a:rPr lang="es-419" sz="800" dirty="0">
                <a:latin typeface="Arial" panose="020B0604020202020204" pitchFamily="34" charset="0"/>
                <a:cs typeface="Arial" panose="020B0604020202020204" pitchFamily="34" charset="0"/>
              </a:rPr>
              <a:t> App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59CDBA-BB33-A98A-71D4-6761CE891556}"/>
              </a:ext>
            </a:extLst>
          </p:cNvPr>
          <p:cNvSpPr txBox="1"/>
          <p:nvPr/>
        </p:nvSpPr>
        <p:spPr>
          <a:xfrm>
            <a:off x="7070755" y="1597467"/>
            <a:ext cx="103105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50" dirty="0" err="1">
                <a:latin typeface="Arial" panose="020B0604020202020204" pitchFamily="34" charset="0"/>
                <a:cs typeface="Arial" panose="020B0604020202020204" pitchFamily="34" charset="0"/>
              </a:rPr>
              <a:t>ASP.Net</a:t>
            </a:r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 Core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581C61-D589-6BD1-CFE3-11E01A4A018B}"/>
              </a:ext>
            </a:extLst>
          </p:cNvPr>
          <p:cNvSpPr/>
          <p:nvPr/>
        </p:nvSpPr>
        <p:spPr>
          <a:xfrm>
            <a:off x="7070756" y="1597467"/>
            <a:ext cx="1412565" cy="8141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A893FE-1549-C63E-BBC3-5811FF21A80E}"/>
              </a:ext>
            </a:extLst>
          </p:cNvPr>
          <p:cNvSpPr txBox="1"/>
          <p:nvPr/>
        </p:nvSpPr>
        <p:spPr>
          <a:xfrm>
            <a:off x="7070755" y="1597467"/>
            <a:ext cx="103105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50" dirty="0" err="1">
                <a:latin typeface="Arial" panose="020B0604020202020204" pitchFamily="34" charset="0"/>
                <a:cs typeface="Arial" panose="020B0604020202020204" pitchFamily="34" charset="0"/>
              </a:rPr>
              <a:t>ASP.Net</a:t>
            </a:r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 Core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A5113D-F7D5-5E70-8CE0-F395DE517423}"/>
              </a:ext>
            </a:extLst>
          </p:cNvPr>
          <p:cNvSpPr/>
          <p:nvPr/>
        </p:nvSpPr>
        <p:spPr>
          <a:xfrm>
            <a:off x="6953062" y="1217221"/>
            <a:ext cx="1602463" cy="13177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9572A3-A068-E3A2-0084-24946E2CF407}"/>
              </a:ext>
            </a:extLst>
          </p:cNvPr>
          <p:cNvSpPr txBox="1"/>
          <p:nvPr/>
        </p:nvSpPr>
        <p:spPr>
          <a:xfrm>
            <a:off x="6953062" y="1217220"/>
            <a:ext cx="72487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Net Core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5A90AF-3E2E-1564-2BAA-C9142E52D353}"/>
              </a:ext>
            </a:extLst>
          </p:cNvPr>
          <p:cNvSpPr/>
          <p:nvPr/>
        </p:nvSpPr>
        <p:spPr>
          <a:xfrm>
            <a:off x="6844420" y="814812"/>
            <a:ext cx="1792586" cy="18378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C940A2-5568-F52A-5992-9E2D045E163F}"/>
              </a:ext>
            </a:extLst>
          </p:cNvPr>
          <p:cNvSpPr txBox="1"/>
          <p:nvPr/>
        </p:nvSpPr>
        <p:spPr>
          <a:xfrm>
            <a:off x="6844420" y="813242"/>
            <a:ext cx="131318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50" dirty="0" err="1">
                <a:latin typeface="Arial" panose="020B0604020202020204" pitchFamily="34" charset="0"/>
                <a:cs typeface="Arial" panose="020B0604020202020204" pitchFamily="34" charset="0"/>
              </a:rPr>
              <a:t>Kestrel</a:t>
            </a:r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 (Port / http)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D968C5F-FE45-3919-7CCB-9FC4BCAF0A18}"/>
              </a:ext>
            </a:extLst>
          </p:cNvPr>
          <p:cNvSpPr/>
          <p:nvPr/>
        </p:nvSpPr>
        <p:spPr>
          <a:xfrm>
            <a:off x="6740305" y="414170"/>
            <a:ext cx="1996289" cy="23245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7BB1A9-1035-DC5A-A0BE-A0350F7224B2}"/>
              </a:ext>
            </a:extLst>
          </p:cNvPr>
          <p:cNvSpPr txBox="1"/>
          <p:nvPr/>
        </p:nvSpPr>
        <p:spPr>
          <a:xfrm>
            <a:off x="6740305" y="417952"/>
            <a:ext cx="1069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50" dirty="0" err="1">
                <a:latin typeface="Arial" panose="020B0604020202020204" pitchFamily="34" charset="0"/>
                <a:cs typeface="Arial" panose="020B0604020202020204" pitchFamily="34" charset="0"/>
              </a:rPr>
              <a:t>Win</a:t>
            </a:r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/Linux/Mac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101B2CF-40A7-CF36-0C36-776AB4EB29C1}"/>
              </a:ext>
            </a:extLst>
          </p:cNvPr>
          <p:cNvSpPr/>
          <p:nvPr/>
        </p:nvSpPr>
        <p:spPr>
          <a:xfrm>
            <a:off x="7840301" y="5174056"/>
            <a:ext cx="1430447" cy="8419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Parallelogram 34">
            <a:extLst>
              <a:ext uri="{FF2B5EF4-FFF2-40B4-BE49-F238E27FC236}">
                <a16:creationId xmlns:a16="http://schemas.microsoft.com/office/drawing/2014/main" id="{AC0B7175-A052-6A15-BB13-272BAF1D22E1}"/>
              </a:ext>
            </a:extLst>
          </p:cNvPr>
          <p:cNvSpPr/>
          <p:nvPr/>
        </p:nvSpPr>
        <p:spPr>
          <a:xfrm>
            <a:off x="7840301" y="6124670"/>
            <a:ext cx="1430447" cy="380245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07A47C-5229-0372-D432-5480EC88EAE2}"/>
              </a:ext>
            </a:extLst>
          </p:cNvPr>
          <p:cNvSpPr/>
          <p:nvPr/>
        </p:nvSpPr>
        <p:spPr>
          <a:xfrm>
            <a:off x="10366131" y="545123"/>
            <a:ext cx="1547446" cy="21075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3B9A4B-67A5-62F1-50C2-E67C58971517}"/>
              </a:ext>
            </a:extLst>
          </p:cNvPr>
          <p:cNvSpPr txBox="1"/>
          <p:nvPr/>
        </p:nvSpPr>
        <p:spPr>
          <a:xfrm>
            <a:off x="10277609" y="290994"/>
            <a:ext cx="58221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1723FA54-DA70-FBFD-3423-154B350826E4}"/>
              </a:ext>
            </a:extLst>
          </p:cNvPr>
          <p:cNvCxnSpPr/>
          <p:nvPr/>
        </p:nvCxnSpPr>
        <p:spPr>
          <a:xfrm rot="5400000" flipH="1" flipV="1">
            <a:off x="7673248" y="2481173"/>
            <a:ext cx="3575161" cy="181060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92A9EB40-F04F-8F87-0216-78DEB6134C2C}"/>
              </a:ext>
            </a:extLst>
          </p:cNvPr>
          <p:cNvCxnSpPr/>
          <p:nvPr/>
        </p:nvCxnSpPr>
        <p:spPr>
          <a:xfrm rot="5400000">
            <a:off x="8734113" y="3189301"/>
            <a:ext cx="2942377" cy="186910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B6EF52EC-434C-1D66-9F38-42B11EAF1D76}"/>
              </a:ext>
            </a:extLst>
          </p:cNvPr>
          <p:cNvSpPr/>
          <p:nvPr/>
        </p:nvSpPr>
        <p:spPr>
          <a:xfrm>
            <a:off x="10506808" y="671868"/>
            <a:ext cx="1283678" cy="664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37979D-99D6-9496-141D-59262875F260}"/>
              </a:ext>
            </a:extLst>
          </p:cNvPr>
          <p:cNvSpPr txBox="1"/>
          <p:nvPr/>
        </p:nvSpPr>
        <p:spPr>
          <a:xfrm>
            <a:off x="10506808" y="771881"/>
            <a:ext cx="1317990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419" sz="1050" dirty="0" err="1"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 manager</a:t>
            </a:r>
          </a:p>
          <a:p>
            <a:pPr algn="ctr"/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(C#, JAVA, PHP)</a:t>
            </a:r>
          </a:p>
          <a:p>
            <a:pPr algn="ctr"/>
            <a:r>
              <a:rPr lang="es-419" sz="1050" dirty="0" err="1">
                <a:latin typeface="Arial" panose="020B0604020202020204" pitchFamily="34" charset="0"/>
                <a:cs typeface="Arial" panose="020B0604020202020204" pitchFamily="34" charset="0"/>
              </a:rPr>
              <a:t>Blazor</a:t>
            </a:r>
            <a:endParaRPr lang="es-419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943A63C5-3D7E-721D-598A-3F48E6283AA1}"/>
              </a:ext>
            </a:extLst>
          </p:cNvPr>
          <p:cNvSpPr/>
          <p:nvPr/>
        </p:nvSpPr>
        <p:spPr>
          <a:xfrm>
            <a:off x="10990385" y="1387093"/>
            <a:ext cx="341535" cy="379114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DD43B56-14BE-4755-8677-B8EB137CDA80}"/>
              </a:ext>
            </a:extLst>
          </p:cNvPr>
          <p:cNvSpPr/>
          <p:nvPr/>
        </p:nvSpPr>
        <p:spPr>
          <a:xfrm>
            <a:off x="10506808" y="1801369"/>
            <a:ext cx="1283678" cy="664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3CAA2A-669B-B424-AB77-85C2CA71B34B}"/>
              </a:ext>
            </a:extLst>
          </p:cNvPr>
          <p:cNvSpPr txBox="1"/>
          <p:nvPr/>
        </p:nvSpPr>
        <p:spPr>
          <a:xfrm>
            <a:off x="10669515" y="1978900"/>
            <a:ext cx="99258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Output HTML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55BDAB-98DD-5908-2086-7AB25CF7FDE4}"/>
              </a:ext>
            </a:extLst>
          </p:cNvPr>
          <p:cNvSpPr txBox="1"/>
          <p:nvPr/>
        </p:nvSpPr>
        <p:spPr>
          <a:xfrm>
            <a:off x="6172756" y="5724990"/>
            <a:ext cx="108395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Web </a:t>
            </a:r>
            <a:r>
              <a:rPr lang="es-419" sz="1050" dirty="0" err="1">
                <a:latin typeface="Arial" panose="020B0604020202020204" pitchFamily="34" charset="0"/>
                <a:cs typeface="Arial" panose="020B0604020202020204" pitchFamily="34" charset="0"/>
              </a:rPr>
              <a:t>Assembly</a:t>
            </a:r>
            <a:endParaRPr lang="es-419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C#</a:t>
            </a:r>
          </a:p>
          <a:p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E77D5D-A932-7C63-CF34-2FA6C3FD2B87}"/>
              </a:ext>
            </a:extLst>
          </p:cNvPr>
          <p:cNvSpPr txBox="1"/>
          <p:nvPr/>
        </p:nvSpPr>
        <p:spPr>
          <a:xfrm>
            <a:off x="9305319" y="6227827"/>
            <a:ext cx="15039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419" sz="1050" dirty="0" err="1">
                <a:latin typeface="Arial" panose="020B0604020202020204" pitchFamily="34" charset="0"/>
                <a:cs typeface="Arial" panose="020B0604020202020204" pitchFamily="34" charset="0"/>
              </a:rPr>
              <a:t>Blazor</a:t>
            </a:r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 Web </a:t>
            </a:r>
            <a:r>
              <a:rPr lang="es-419" sz="1050" dirty="0" err="1">
                <a:latin typeface="Arial" panose="020B0604020202020204" pitchFamily="34" charset="0"/>
                <a:cs typeface="Arial" panose="020B0604020202020204" pitchFamily="34" charset="0"/>
              </a:rPr>
              <a:t>Assembly</a:t>
            </a:r>
            <a:endParaRPr lang="es-419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859120A-3206-AA53-496B-D3F2EC52F951}"/>
              </a:ext>
            </a:extLst>
          </p:cNvPr>
          <p:cNvGrpSpPr/>
          <p:nvPr/>
        </p:nvGrpSpPr>
        <p:grpSpPr>
          <a:xfrm>
            <a:off x="9570272" y="5720597"/>
            <a:ext cx="410236" cy="381675"/>
            <a:chOff x="9650907" y="5174056"/>
            <a:chExt cx="1430447" cy="1330859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EA198696-1B55-3EE0-A361-AAD41A373DB7}"/>
                </a:ext>
              </a:extLst>
            </p:cNvPr>
            <p:cNvSpPr/>
            <p:nvPr/>
          </p:nvSpPr>
          <p:spPr>
            <a:xfrm>
              <a:off x="9650907" y="5174056"/>
              <a:ext cx="1430447" cy="84197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96197408-C8DB-E99B-6ECE-0FA2C041CB87}"/>
                </a:ext>
              </a:extLst>
            </p:cNvPr>
            <p:cNvSpPr/>
            <p:nvPr/>
          </p:nvSpPr>
          <p:spPr>
            <a:xfrm>
              <a:off x="9650907" y="6124670"/>
              <a:ext cx="1430447" cy="380245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03D3CD9-BDC2-BB8A-2F43-6A7A7540B70A}"/>
              </a:ext>
            </a:extLst>
          </p:cNvPr>
          <p:cNvGrpSpPr/>
          <p:nvPr/>
        </p:nvGrpSpPr>
        <p:grpSpPr>
          <a:xfrm>
            <a:off x="10096572" y="5720597"/>
            <a:ext cx="410236" cy="381675"/>
            <a:chOff x="9650907" y="5174056"/>
            <a:chExt cx="1430447" cy="1330859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C60C7C36-FA0C-6FC7-566F-F52CE2879E74}"/>
                </a:ext>
              </a:extLst>
            </p:cNvPr>
            <p:cNvSpPr/>
            <p:nvPr/>
          </p:nvSpPr>
          <p:spPr>
            <a:xfrm>
              <a:off x="9650907" y="5174056"/>
              <a:ext cx="1430447" cy="84197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C4CF2B4D-6C5B-6372-035C-33F5FDDC6F48}"/>
                </a:ext>
              </a:extLst>
            </p:cNvPr>
            <p:cNvSpPr/>
            <p:nvPr/>
          </p:nvSpPr>
          <p:spPr>
            <a:xfrm>
              <a:off x="9650907" y="6124670"/>
              <a:ext cx="1430447" cy="380245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FB9B2C9-BE10-504E-270E-1ABA7D6C2045}"/>
              </a:ext>
            </a:extLst>
          </p:cNvPr>
          <p:cNvGrpSpPr/>
          <p:nvPr/>
        </p:nvGrpSpPr>
        <p:grpSpPr>
          <a:xfrm>
            <a:off x="10632903" y="5720597"/>
            <a:ext cx="410236" cy="381675"/>
            <a:chOff x="9650907" y="5174056"/>
            <a:chExt cx="1430447" cy="1330859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FC9F9C04-98CF-E61E-20CD-A923A8AEEA33}"/>
                </a:ext>
              </a:extLst>
            </p:cNvPr>
            <p:cNvSpPr/>
            <p:nvPr/>
          </p:nvSpPr>
          <p:spPr>
            <a:xfrm>
              <a:off x="9650907" y="5174056"/>
              <a:ext cx="1430447" cy="84197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EA774176-D89D-7608-3552-78E9A2315E01}"/>
                </a:ext>
              </a:extLst>
            </p:cNvPr>
            <p:cNvSpPr/>
            <p:nvPr/>
          </p:nvSpPr>
          <p:spPr>
            <a:xfrm>
              <a:off x="9650907" y="6124670"/>
              <a:ext cx="1430447" cy="380245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3C81C52B-6FC4-F4F0-2E55-AEFB6912D225}"/>
              </a:ext>
            </a:extLst>
          </p:cNvPr>
          <p:cNvSpPr txBox="1"/>
          <p:nvPr/>
        </p:nvSpPr>
        <p:spPr>
          <a:xfrm>
            <a:off x="10787751" y="4261484"/>
            <a:ext cx="97494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50" b="1" dirty="0" err="1">
                <a:latin typeface="Arial" panose="020B0604020202020204" pitchFamily="34" charset="0"/>
                <a:cs typeface="Arial" panose="020B0604020202020204" pitchFamily="34" charset="0"/>
              </a:rPr>
              <a:t>SignalR</a:t>
            </a:r>
            <a:endParaRPr lang="es-419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419" sz="1050" dirty="0" err="1">
                <a:latin typeface="Arial" panose="020B0604020202020204" pitchFamily="34" charset="0"/>
                <a:cs typeface="Arial" panose="020B0604020202020204" pitchFamily="34" charset="0"/>
              </a:rPr>
              <a:t>WebSocket</a:t>
            </a:r>
            <a:endParaRPr lang="es-419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SSE</a:t>
            </a:r>
          </a:p>
          <a:p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Long </a:t>
            </a:r>
            <a:r>
              <a:rPr lang="es-419" sz="1050" dirty="0" err="1">
                <a:latin typeface="Arial" panose="020B0604020202020204" pitchFamily="34" charset="0"/>
                <a:cs typeface="Arial" panose="020B0604020202020204" pitchFamily="34" charset="0"/>
              </a:rPr>
              <a:t>Pooling</a:t>
            </a:r>
            <a:endParaRPr lang="es-419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Hexagon 56">
            <a:extLst>
              <a:ext uri="{FF2B5EF4-FFF2-40B4-BE49-F238E27FC236}">
                <a16:creationId xmlns:a16="http://schemas.microsoft.com/office/drawing/2014/main" id="{12A6357D-D3AF-6E0E-8361-8CECE20E4046}"/>
              </a:ext>
            </a:extLst>
          </p:cNvPr>
          <p:cNvSpPr/>
          <p:nvPr/>
        </p:nvSpPr>
        <p:spPr>
          <a:xfrm>
            <a:off x="738554" y="5174056"/>
            <a:ext cx="949569" cy="818594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AAB5C3-F397-5938-C2BF-531B7196364D}"/>
              </a:ext>
            </a:extLst>
          </p:cNvPr>
          <p:cNvSpPr txBox="1"/>
          <p:nvPr/>
        </p:nvSpPr>
        <p:spPr>
          <a:xfrm>
            <a:off x="872319" y="5462275"/>
            <a:ext cx="708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Service</a:t>
            </a:r>
            <a:r>
              <a:rPr lang="es-419" sz="1100" dirty="0"/>
              <a:t> A</a:t>
            </a:r>
          </a:p>
        </p:txBody>
      </p:sp>
      <p:sp>
        <p:nvSpPr>
          <p:cNvPr id="59" name="Hexagon 58">
            <a:extLst>
              <a:ext uri="{FF2B5EF4-FFF2-40B4-BE49-F238E27FC236}">
                <a16:creationId xmlns:a16="http://schemas.microsoft.com/office/drawing/2014/main" id="{CC0F65A9-7390-310D-A3FF-845FD84A84A8}"/>
              </a:ext>
            </a:extLst>
          </p:cNvPr>
          <p:cNvSpPr/>
          <p:nvPr/>
        </p:nvSpPr>
        <p:spPr>
          <a:xfrm>
            <a:off x="3910973" y="5174056"/>
            <a:ext cx="949569" cy="818594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1A2032-FD85-D346-F035-6221E2206321}"/>
              </a:ext>
            </a:extLst>
          </p:cNvPr>
          <p:cNvSpPr txBox="1"/>
          <p:nvPr/>
        </p:nvSpPr>
        <p:spPr>
          <a:xfrm>
            <a:off x="4063667" y="5462275"/>
            <a:ext cx="704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Service</a:t>
            </a:r>
            <a:r>
              <a:rPr lang="es-419" sz="1100" dirty="0"/>
              <a:t> B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6DA61FC-EC8C-9518-5D56-CB7EEFA78957}"/>
              </a:ext>
            </a:extLst>
          </p:cNvPr>
          <p:cNvCxnSpPr/>
          <p:nvPr/>
        </p:nvCxnSpPr>
        <p:spPr>
          <a:xfrm>
            <a:off x="1581167" y="5319347"/>
            <a:ext cx="2482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98BA53C-5658-7B54-4047-8623013227E8}"/>
              </a:ext>
            </a:extLst>
          </p:cNvPr>
          <p:cNvCxnSpPr/>
          <p:nvPr/>
        </p:nvCxnSpPr>
        <p:spPr>
          <a:xfrm>
            <a:off x="1581167" y="5864469"/>
            <a:ext cx="2482500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6E39FAC-6AC7-0811-76A5-CFBE8BF2ED95}"/>
              </a:ext>
            </a:extLst>
          </p:cNvPr>
          <p:cNvSpPr txBox="1"/>
          <p:nvPr/>
        </p:nvSpPr>
        <p:spPr>
          <a:xfrm>
            <a:off x="2494230" y="5462275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Http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2638321-B6BA-9428-F837-AC3B7DD1F6A2}"/>
              </a:ext>
            </a:extLst>
          </p:cNvPr>
          <p:cNvSpPr txBox="1"/>
          <p:nvPr/>
        </p:nvSpPr>
        <p:spPr>
          <a:xfrm>
            <a:off x="2405748" y="5993865"/>
            <a:ext cx="10166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gRPC</a:t>
            </a:r>
            <a:r>
              <a:rPr lang="es-419" sz="1100" dirty="0"/>
              <a:t> -&gt; </a:t>
            </a:r>
            <a:r>
              <a:rPr lang="es-419" sz="1100" dirty="0" err="1"/>
              <a:t>Binary</a:t>
            </a:r>
            <a:endParaRPr lang="es-419" sz="1100" dirty="0"/>
          </a:p>
        </p:txBody>
      </p:sp>
    </p:spTree>
    <p:extLst>
      <p:ext uri="{BB962C8B-B14F-4D97-AF65-F5344CB8AC3E}">
        <p14:creationId xmlns:p14="http://schemas.microsoft.com/office/powerpoint/2010/main" val="921190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33D55D0-52EC-DDCC-2836-22209946113C}"/>
              </a:ext>
            </a:extLst>
          </p:cNvPr>
          <p:cNvSpPr/>
          <p:nvPr/>
        </p:nvSpPr>
        <p:spPr>
          <a:xfrm>
            <a:off x="1068910" y="1788060"/>
            <a:ext cx="1430447" cy="8419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B2137F35-41BC-B5BB-F293-61BD46281341}"/>
              </a:ext>
            </a:extLst>
          </p:cNvPr>
          <p:cNvSpPr/>
          <p:nvPr/>
        </p:nvSpPr>
        <p:spPr>
          <a:xfrm>
            <a:off x="1068910" y="2738674"/>
            <a:ext cx="1430447" cy="380245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FF59D0-0043-5D0D-4308-471D0639FA24}"/>
              </a:ext>
            </a:extLst>
          </p:cNvPr>
          <p:cNvSpPr txBox="1"/>
          <p:nvPr/>
        </p:nvSpPr>
        <p:spPr>
          <a:xfrm>
            <a:off x="1277140" y="1204111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865080-7A4B-9668-755A-C6F23D56CD71}"/>
              </a:ext>
            </a:extLst>
          </p:cNvPr>
          <p:cNvSpPr/>
          <p:nvPr/>
        </p:nvSpPr>
        <p:spPr>
          <a:xfrm>
            <a:off x="9524246" y="1204111"/>
            <a:ext cx="1430447" cy="30419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87314C-BB9D-A22B-95D9-F8908B31FD99}"/>
              </a:ext>
            </a:extLst>
          </p:cNvPr>
          <p:cNvSpPr txBox="1"/>
          <p:nvPr/>
        </p:nvSpPr>
        <p:spPr>
          <a:xfrm>
            <a:off x="9559150" y="120411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>
                <a:latin typeface="Arial" panose="020B0604020202020204" pitchFamily="34" charset="0"/>
                <a:cs typeface="Arial" panose="020B0604020202020204" pitchFamily="34" charset="0"/>
              </a:rPr>
              <a:t>My</a:t>
            </a:r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419" dirty="0" err="1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endParaRPr lang="es-4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42F0C21-A4A2-A898-12B8-DC006F5D5BEE}"/>
              </a:ext>
            </a:extLst>
          </p:cNvPr>
          <p:cNvSpPr/>
          <p:nvPr/>
        </p:nvSpPr>
        <p:spPr>
          <a:xfrm>
            <a:off x="2906162" y="2245259"/>
            <a:ext cx="6618084" cy="597529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3163BE-F9FD-1B47-27E8-AD06022130FE}"/>
              </a:ext>
            </a:extLst>
          </p:cNvPr>
          <p:cNvSpPr/>
          <p:nvPr/>
        </p:nvSpPr>
        <p:spPr>
          <a:xfrm>
            <a:off x="3069125" y="2471596"/>
            <a:ext cx="823865" cy="15843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endParaRPr lang="es-419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C307999-7B4E-B19F-E072-FAFED304A370}"/>
              </a:ext>
            </a:extLst>
          </p:cNvPr>
          <p:cNvSpPr/>
          <p:nvPr/>
        </p:nvSpPr>
        <p:spPr>
          <a:xfrm>
            <a:off x="8650587" y="2471596"/>
            <a:ext cx="823865" cy="15843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endParaRPr lang="es-419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0A7ECFF3-7258-66B7-49BB-F498E1F484D3}"/>
              </a:ext>
            </a:extLst>
          </p:cNvPr>
          <p:cNvCxnSpPr/>
          <p:nvPr/>
        </p:nvCxnSpPr>
        <p:spPr>
          <a:xfrm rot="5400000" flipH="1" flipV="1">
            <a:off x="5656667" y="-2668421"/>
            <a:ext cx="583949" cy="8329014"/>
          </a:xfrm>
          <a:prstGeom prst="curvedConnector3">
            <a:avLst>
              <a:gd name="adj1" fmla="val 24922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5357B28C-179B-573F-9C8F-A8C3674236A2}"/>
              </a:ext>
            </a:extLst>
          </p:cNvPr>
          <p:cNvCxnSpPr/>
          <p:nvPr/>
        </p:nvCxnSpPr>
        <p:spPr>
          <a:xfrm rot="5400000" flipH="1">
            <a:off x="5448224" y="-545171"/>
            <a:ext cx="1127156" cy="8455336"/>
          </a:xfrm>
          <a:prstGeom prst="curvedConnector3">
            <a:avLst>
              <a:gd name="adj1" fmla="val -1078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1F04242-BC8B-C3EB-77BA-940B600A703D}"/>
              </a:ext>
            </a:extLst>
          </p:cNvPr>
          <p:cNvSpPr/>
          <p:nvPr/>
        </p:nvSpPr>
        <p:spPr>
          <a:xfrm>
            <a:off x="3069125" y="315536"/>
            <a:ext cx="823865" cy="15843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endParaRPr lang="es-419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FE55B5E-A589-29AE-B873-AE3E75B4B215}"/>
              </a:ext>
            </a:extLst>
          </p:cNvPr>
          <p:cNvSpPr/>
          <p:nvPr/>
        </p:nvSpPr>
        <p:spPr>
          <a:xfrm>
            <a:off x="8999145" y="5150229"/>
            <a:ext cx="1240325" cy="20942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B647E5-43DB-F583-978D-473B457994B7}"/>
              </a:ext>
            </a:extLst>
          </p:cNvPr>
          <p:cNvSpPr/>
          <p:nvPr/>
        </p:nvSpPr>
        <p:spPr>
          <a:xfrm>
            <a:off x="9682537" y="2245259"/>
            <a:ext cx="1198365" cy="6342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DC10A8-5FE0-37DB-3633-F09409AEF883}"/>
              </a:ext>
            </a:extLst>
          </p:cNvPr>
          <p:cNvSpPr txBox="1"/>
          <p:nvPr/>
        </p:nvSpPr>
        <p:spPr>
          <a:xfrm>
            <a:off x="9792270" y="2266791"/>
            <a:ext cx="10337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Endpoint</a:t>
            </a:r>
            <a:endParaRPr lang="es-419" dirty="0"/>
          </a:p>
          <a:p>
            <a:r>
              <a:rPr lang="es-419" dirty="0" err="1"/>
              <a:t>Action</a:t>
            </a:r>
            <a:endParaRPr lang="es-419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AF512F-E0A5-2186-3DB3-FEA2008F7B4A}"/>
              </a:ext>
            </a:extLst>
          </p:cNvPr>
          <p:cNvSpPr/>
          <p:nvPr/>
        </p:nvSpPr>
        <p:spPr>
          <a:xfrm>
            <a:off x="4960698" y="1204111"/>
            <a:ext cx="506994" cy="2743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A5616B-62B8-5730-3FCA-2CCDC122AFD0}"/>
              </a:ext>
            </a:extLst>
          </p:cNvPr>
          <p:cNvSpPr/>
          <p:nvPr/>
        </p:nvSpPr>
        <p:spPr>
          <a:xfrm>
            <a:off x="5842503" y="1204111"/>
            <a:ext cx="506994" cy="2743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F89F66-2CA1-1A03-3974-9E7C7C3B6BBD}"/>
              </a:ext>
            </a:extLst>
          </p:cNvPr>
          <p:cNvSpPr/>
          <p:nvPr/>
        </p:nvSpPr>
        <p:spPr>
          <a:xfrm>
            <a:off x="6599977" y="1204111"/>
            <a:ext cx="506994" cy="2743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DE1650-D866-142C-3164-67DFC5D419C1}"/>
              </a:ext>
            </a:extLst>
          </p:cNvPr>
          <p:cNvSpPr/>
          <p:nvPr/>
        </p:nvSpPr>
        <p:spPr>
          <a:xfrm>
            <a:off x="7315200" y="1204111"/>
            <a:ext cx="506994" cy="2743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3E14F3-F0BE-2279-56F3-D6958E053CD0}"/>
              </a:ext>
            </a:extLst>
          </p:cNvPr>
          <p:cNvSpPr/>
          <p:nvPr/>
        </p:nvSpPr>
        <p:spPr>
          <a:xfrm>
            <a:off x="8093799" y="1204111"/>
            <a:ext cx="506994" cy="2743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52CC6D-439E-BF60-DEB4-EA7D9459955D}"/>
              </a:ext>
            </a:extLst>
          </p:cNvPr>
          <p:cNvSpPr/>
          <p:nvPr/>
        </p:nvSpPr>
        <p:spPr>
          <a:xfrm>
            <a:off x="4074059" y="1204111"/>
            <a:ext cx="506994" cy="2743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A7FB07-8628-EBD7-73EE-9D816127C614}"/>
              </a:ext>
            </a:extLst>
          </p:cNvPr>
          <p:cNvSpPr txBox="1"/>
          <p:nvPr/>
        </p:nvSpPr>
        <p:spPr>
          <a:xfrm>
            <a:off x="3418431" y="4144628"/>
            <a:ext cx="131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Middleware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88C42E-5C6E-AA4F-B2EB-930A34BD9BC6}"/>
              </a:ext>
            </a:extLst>
          </p:cNvPr>
          <p:cNvSpPr txBox="1"/>
          <p:nvPr/>
        </p:nvSpPr>
        <p:spPr>
          <a:xfrm>
            <a:off x="4954410" y="4094956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Log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90DE09-D33B-D858-6171-1ED68AD9E913}"/>
              </a:ext>
            </a:extLst>
          </p:cNvPr>
          <p:cNvSpPr txBox="1"/>
          <p:nvPr/>
        </p:nvSpPr>
        <p:spPr>
          <a:xfrm>
            <a:off x="5626159" y="4094956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Security</a:t>
            </a:r>
          </a:p>
        </p:txBody>
      </p:sp>
      <p:sp>
        <p:nvSpPr>
          <p:cNvPr id="29" name="Arrow: Left-Right 28">
            <a:extLst>
              <a:ext uri="{FF2B5EF4-FFF2-40B4-BE49-F238E27FC236}">
                <a16:creationId xmlns:a16="http://schemas.microsoft.com/office/drawing/2014/main" id="{A38BAD88-D1DE-D33E-9232-7F98E28EAF04}"/>
              </a:ext>
            </a:extLst>
          </p:cNvPr>
          <p:cNvSpPr/>
          <p:nvPr/>
        </p:nvSpPr>
        <p:spPr>
          <a:xfrm>
            <a:off x="2974064" y="5944935"/>
            <a:ext cx="6323845" cy="597529"/>
          </a:xfrm>
          <a:prstGeom prst="left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8E10C2-6B6E-15DE-B836-AFD3D986F8E6}"/>
              </a:ext>
            </a:extLst>
          </p:cNvPr>
          <p:cNvSpPr/>
          <p:nvPr/>
        </p:nvSpPr>
        <p:spPr>
          <a:xfrm>
            <a:off x="9474452" y="5721790"/>
            <a:ext cx="1616043" cy="10036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3FD7BD-D36E-7D1D-1BB4-7B0BC7B8E144}"/>
              </a:ext>
            </a:extLst>
          </p:cNvPr>
          <p:cNvSpPr txBox="1"/>
          <p:nvPr/>
        </p:nvSpPr>
        <p:spPr>
          <a:xfrm>
            <a:off x="9381477" y="5413165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SignalR</a:t>
            </a:r>
            <a:endParaRPr lang="es-419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299165-2138-0540-3367-A3CF6300F28D}"/>
              </a:ext>
            </a:extLst>
          </p:cNvPr>
          <p:cNvSpPr txBox="1"/>
          <p:nvPr/>
        </p:nvSpPr>
        <p:spPr>
          <a:xfrm>
            <a:off x="9630008" y="5802139"/>
            <a:ext cx="13823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WS</a:t>
            </a:r>
          </a:p>
          <a:p>
            <a:r>
              <a:rPr lang="es-419" dirty="0"/>
              <a:t>SSE</a:t>
            </a:r>
          </a:p>
          <a:p>
            <a:r>
              <a:rPr lang="es-419" dirty="0"/>
              <a:t>Long </a:t>
            </a:r>
            <a:r>
              <a:rPr lang="es-419" dirty="0" err="1"/>
              <a:t>Pooling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602963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315</Words>
  <Application>Microsoft Office PowerPoint</Application>
  <PresentationFormat>Widescreen</PresentationFormat>
  <Paragraphs>166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Erick Arostegui Cunza</dc:creator>
  <cp:lastModifiedBy>Erick Arostegui Cunza</cp:lastModifiedBy>
  <cp:revision>10</cp:revision>
  <dcterms:created xsi:type="dcterms:W3CDTF">2023-10-22T14:38:46Z</dcterms:created>
  <dcterms:modified xsi:type="dcterms:W3CDTF">2024-04-14T19:09:25Z</dcterms:modified>
</cp:coreProperties>
</file>